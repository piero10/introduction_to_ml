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notesSlides/notesSlide21.xml" ContentType="application/vnd.openxmlformats-officedocument.presentationml.notesSlide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notesSlides/notesSlide22.xml" ContentType="application/vnd.openxmlformats-officedocument.presentationml.notesSlide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notesSlides/notesSlide23.xml" ContentType="application/vnd.openxmlformats-officedocument.presentationml.notesSlide+xml"/>
  <Override PartName="/ppt/ink/ink72.xml" ContentType="application/inkml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  <p:sldMasterId id="2147483662" r:id="rId2"/>
  </p:sldMasterIdLst>
  <p:notesMasterIdLst>
    <p:notesMasterId r:id="rId37"/>
  </p:notesMasterIdLst>
  <p:sldIdLst>
    <p:sldId id="271" r:id="rId3"/>
    <p:sldId id="277" r:id="rId4"/>
    <p:sldId id="278" r:id="rId5"/>
    <p:sldId id="305" r:id="rId6"/>
    <p:sldId id="280" r:id="rId7"/>
    <p:sldId id="281" r:id="rId8"/>
    <p:sldId id="282" r:id="rId9"/>
    <p:sldId id="283" r:id="rId10"/>
    <p:sldId id="279" r:id="rId11"/>
    <p:sldId id="284" r:id="rId12"/>
    <p:sldId id="285" r:id="rId13"/>
    <p:sldId id="286" r:id="rId14"/>
    <p:sldId id="289" r:id="rId15"/>
    <p:sldId id="300" r:id="rId16"/>
    <p:sldId id="290" r:id="rId17"/>
    <p:sldId id="302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294" r:id="rId26"/>
    <p:sldId id="314" r:id="rId27"/>
    <p:sldId id="304" r:id="rId28"/>
    <p:sldId id="313" r:id="rId29"/>
    <p:sldId id="297" r:id="rId30"/>
    <p:sldId id="298" r:id="rId31"/>
    <p:sldId id="315" r:id="rId32"/>
    <p:sldId id="295" r:id="rId33"/>
    <p:sldId id="316" r:id="rId34"/>
    <p:sldId id="317" r:id="rId35"/>
    <p:sldId id="296" r:id="rId3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47FA728-1AD8-4869-9260-0FFEE38EFA66}">
  <a:tblStyle styleId="{647FA728-1AD8-4869-9260-0FFEE38EFA6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6877" autoAdjust="0"/>
  </p:normalViewPr>
  <p:slideViewPr>
    <p:cSldViewPr snapToGrid="0">
      <p:cViewPr varScale="1">
        <p:scale>
          <a:sx n="81" d="100"/>
          <a:sy n="81" d="100"/>
        </p:scale>
        <p:origin x="761" y="34"/>
      </p:cViewPr>
      <p:guideLst>
        <p:guide orient="horz" pos="1620"/>
        <p:guide pos="2880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98" d="100"/>
        <a:sy n="98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22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24575,'40'463'0,"-9"-193"0,-10-79 0,49 198 0,75 179 0,-144-566 0,247 988 0,-224-825 0,6 251 0,-14-118 0,-1 714 0,-22-803 0,0 283 0,45 261 0,-3-447 0,-3-45 0,5 34 0,3 72 0,-40-192 0,-3-118 0,3 1 0,2-1 0,3 0 0,17 83 0,-10-81 0,8 95 0,3 16 0,-14-137-1365,0-8-5461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23.2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0 888 24575,'44'2'0,"75"13"0,-20-1 0,644 32 0,1075-41-1370,8-75 897,-518 15-974,3393-155-1701,-1319-58 2842,-1381 43-1656,-1124 127 3012,0 55 1636,-428 48-94,-402-4-8405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25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24575,'0'2'0,"1"0"0,-1 0 0,1 1 0,0-1 0,0 0 0,-1 0 0,1 0 0,1 0 0,-1 0 0,0 0 0,0 0 0,1 0 0,-1 0 0,1 0 0,2 1 0,31 25 0,-28-22 0,21 15 0,1-2 0,0-1 0,1-1 0,1-1 0,0-2 0,2-1 0,49 13 0,-80-26 0,-1 0 0,1 1 0,0-1 0,-1 1 0,1-1 0,-1 1 0,1-1 0,-1 1 0,1 0 0,-1-1 0,0 1 0,1 0 0,-1 0 0,0 0 0,0 0 0,1 0 0,-1 1 0,0-1 0,0 0 0,0 0 0,0 1 0,-1-1 0,1 1 0,1 1 0,-2 0 0,0-1 0,0 0 0,0 0 0,0 0 0,-1 0 0,1 0 0,-1 0 0,1 1 0,-1-1 0,0 0 0,0 0 0,0 0 0,0-1 0,0 1 0,-2 3 0,-5 5 0,0-1 0,0 0 0,-1 0 0,0-1 0,-15 11 0,-46 26-1365,49-34-5461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27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6 600 24575,'-2'-86'0,"-1"46"0,3 0 0,1 1 0,8-55 0,-3 73 0,1 0 0,1 1 0,0 0 0,2 1 0,0 0 0,18-26 0,18-32 0,-39 56 0,-6 18 0,-1 0 0,1 1 0,0-1 0,-1 0 0,1 1 0,1-1 0,-1 1 0,0-1 0,1 1 0,-1 0 0,1-1 0,-1 1 0,4-2 0,-5 4 0,1 0 0,0 1 0,-1-1 0,1 0 0,-1 1 0,1-1 0,-1 1 0,1-1 0,-1 1 0,1-1 0,-1 1 0,1-1 0,-1 1 0,1 0 0,-1-1 0,0 1 0,1-1 0,-1 1 0,0 0 0,0-1 0,0 1 0,1 0 0,-1 0 0,0-1 0,0 1 0,0 0 0,0 0 0,6 30 0,-5-27 0,29 259-21,-23-164-1323,-3-65-5482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44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24575,'0'15'0,"0"0"0,1 1 0,1-1 0,1 0 0,0 0 0,0 0 0,2 0 0,-1-1 0,2 0 0,0 0 0,1 0 0,1 0 0,-1-1 0,2-1 0,0 1 0,17 17 0,-15-19 20,1 1 0,1-1 0,0-1 0,0 0 0,29 15 0,-35-21-119,0-1 0,0 0 0,1 0 0,-1-1 0,1 0 0,-1 0 0,1-1 0,0 0 0,0 0 0,0-1 0,-1 1 0,1-2 0,0 1 0,13-4 0,-5-1-6727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44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0 24575,'-4'0'0,"-6"0"0,-1 5 0,-3 4 0,-2 6 0,1 3 0,-1 0 0,-2 5 0,-2 1 0,3 2 0,3-1 0,1 1 0,3-5-8191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45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24575,'0'4'0,"0"6"0,4 0 0,2 3 0,3 0 0,5-3 0,3 1 0,7 2 0,8 0 0,2-3 0,0-3 0,-3-3 0,-1-1 0,-3-2 0,-1-1 0,-6-1-8191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46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0 24575,'-8'13'0,"-7"7"0,-1 5 0,-1 6 0,-2 2 0,2 0 0,4-3 0,0-6 0,2-2 0,3-3 0,3 2 0,2 0 0,-2 4 0,-4 3 0,-1 0 0,1-4-8191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46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24575,'0'4'0,"0"5"0,4 6 0,5 4 0,5-1 0,9 0 0,4-3 0,2-4 0,7 0 0,3-1 0,2-3 0,-2-2 0,-4-3 0,-3-1 0,-7 0-8191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46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1 24575,'-6'5'0,"-1"2"0,2-1 0,-1 1 0,1 0 0,0 0 0,0 0 0,1 1 0,0-1 0,0 1 0,1 0 0,0 1 0,-3 12 0,-6 30 0,5-14 0,-2 0 0,-2-1 0,-19 44 0,8-34-682,-33 53-1,28-59-6143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47.4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24575,'4'0'0,"5"0"0,6 0 0,3 4 0,3 2 0,3-1 0,0-1 0,1-1 0,-4-1-8191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48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0 24575,'0'4'0,"0"6"0,0 5 0,0 4 0,0 2 0,0 3 0,0 0 0,-5 5 0,-4-3 0,-1-2 0,1 0 0,-3-1 0,2-1 0,-2 2 0,2-1 0,1 0 0,4-3-8191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48.8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24575,'0'4'0,"4"1"0,1 4 0,4 1 0,5-2 0,7-2 0,9-2 0,3-2 0,8-1 0,1-1 0,-2 0 0,-1 0 0,-2-1 0,-3 1 0,-9-5 0,-7 0-8191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49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0 24575,'0'5'0,"0"4"0,0 6 0,0 3 0,0 4 0,-4 1 0,-1 2 0,-4 3 0,-4 2 0,0 0 0,-2-6 0,1-6-8191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50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24575,'8'0'0,"11"0"0,10 0 0,4 0 0,0 0 0,3 4 0,0 1 0,1 0 0,2-1 0,4-1 0,-6 3 0,-6 0 0,-3 0 0,-4-2 0,0-1 0,-5-1-8191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50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 24575,'-3'0'0,"-2"4"0,-4 1 0,-1 5 0,2 3 0,2 4 0,2 4 0,-6 5 0,-2-1-8191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38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24575,'0'4'0,"0"5"0,3 2 0,7 2 0,4 0 0,5 1 0,2-2 0,3 2 0,0 2 0,9-2 0,-1 1 0,-3-2 0,-1-4 0,-3-3 0,0-2 0,-1-3 0,-4 0-8191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38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 1 24575,'-4'0'0,"-5"4"0,-10 5 0,-5 6 0,-3 0 0,3 1 0,3 2 0,3 3 0,2 0 0,3 2 0,0 1 0,-2-4 0,-2-5 0,-7-5 0,1-4-8191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52.0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24575,'0'8'0,"8"3"0,6-1 0,6 3 0,7 2 0,2 0 0,1 0 0,4 2 0,-1-1 0,-1-1 0,-2-2 0,-3-3 0,-1-4 0,-1-2 0,-5-3-8191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52.4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293 1 24575,'-4'4'0,"-5"1"0,-2 4 0,-2 4 0,-4 5 0,-2 2 0,2 3 0,-1-4 0,3 4 0,0 2 0,-1 1 0,-2 3 0,-6 2 0,0 3 0,2 0 0,3-2 0,2-6 0,3-7-8191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53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24575,'0'3'0,"4"2"0,5 0 0,5-1 0,5 3 0,2 0 0,7 0 0,6-3 0,1-1 0,3 3 0,-1 0 0,-3-1 0,-3-1 0,-3-2 0,-6-1-8191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53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293 1 24575,'0'4'0,"0"5"0,0 6 0,-4 0 0,-1 1 0,1 2 0,0 2 0,1 2 0,-3-3 0,-1-1 0,-2 1 0,-5 1 0,-7 1 0,-5 6 0,-9-3 0,-12-1 0,-9 0 0,5-4-8191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54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24575,'0'4'0,"0"5"0,4 6 0,5 4 0,6 3 0,4-3 0,6 0 0,4 1 0,0-4 0,0-4 0,-1-4 0,-2-4 0,-5-2-8191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54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 0 24575,'-4'0'0,"-6"0"0,-1 4 0,2 5 0,-3 6 0,2 7 0,-2 5 0,-6 6 0,-5 4 0,-3 6 0,0-2 0,0 1 0,0-3 0,5-8-8191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56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24575,'0'5'0,"4"0"0,2 4 0,3 5 0,5-1 0,4 3 0,6 5 0,8 0 0,3 1 0,-2-1 0,-1-2 0,-3-6 0,-2 0 0,-1-3 0,-2-3 0,-4-3-8191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57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325 0 24575,'-4'0'0,"-6"0"0,-4 0 0,-1 5 0,-1 4 0,-2 10 0,-3 5 0,-1 7 0,-1 5 0,-4 2 0,1 2 0,-2-2 0,4-3 0,-3 1 0,0 1 0,4-4-8191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58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24575,'0'3'0,"1"0"0,-1 1 0,1-1 0,0 0 0,0 0 0,0 0 0,0 0 0,1 0 0,-1-1 0,1 1 0,0 0 0,0-1 0,0 1 0,0-1 0,0 1 0,0-1 0,1 0 0,-1 0 0,1 0 0,-1 0 0,1-1 0,0 1 0,0-1 0,-1 1 0,1-1 0,0 0 0,7 1 0,9 3 0,1 0 0,0-1 0,26 1 0,-26-3 0,2 1 0,-1 0 0,0 0 0,0-2 0,1 0 0,-1-1 0,0-1 0,25-5 0,-44 6-62,1-1 0,-1 0 0,0 0 0,1 0 0,-1 0 0,0 0 0,0-1 0,0 1 0,0-1 0,0 1 0,0-1 0,0 0-1,-1 1 1,1-1 0,-1 0 0,1 0 0,-1 0 0,1 0 0,-1-1 0,0 1 0,1-4 0,4-13-6764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58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 0 24575,'-2'81'0,"5"101"0,-1-157 0,1 1 0,2-2 0,0 1 0,2-1 0,11 29 0,26 42 0,-22-50 0,23 67 0,-40-97 0,-1 1 0,-1-1 0,0 1 0,-1 0 0,0 0 0,-2 0 0,1 0 0,-5 25 0,4-37 0,-1-1 0,0 0 0,0 1 0,0-1 0,0 0 0,0 0 0,-1 0 0,1 0 0,-1 0 0,0 0 0,0 0 0,0-1 0,0 1 0,0-1 0,-1 1 0,1-1 0,-1 0 0,0 0 0,1 0 0,-1 0 0,0-1 0,0 1 0,0-1 0,0 1 0,-1-1 0,1 0 0,0-1 0,0 1 0,-1 0 0,1-1 0,-1 0 0,1 0 0,0 0 0,-5 0 0,-5-1 0,1 0 0,-1-1 0,1-1 0,-1 0 0,1 0 0,0-1 0,-20-10 0,13 5-136,1-2-1,0 0 1,0 0-1,2-2 1,-1 0-1,2-1 1,0 0-1,0-1 0,-18-26 1,18 15-6690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22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24575,'40'463'0,"-9"-193"0,-10-79 0,49 198 0,75 179 0,-144-566 0,247 988 0,-224-825 0,6 251 0,-14-118 0,-1 714 0,-22-803 0,0 283 0,45 261 0,-3-447 0,-3-45 0,5 34 0,3 72 0,-40-192 0,-3-118 0,3 1 0,2-1 0,3 0 0,17 83 0,-10-81 0,8 95 0,3 16 0,-14-137-1365,0-8-5461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23.2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0 888 24575,'33'2'0,"57"13"0,-15-1 0,489 32 0,814-41-1370,7-75 897,-393 15-974,2573-155-1701,-1001-58 2842,-1047 43-1656,-852 127 3012,0 55 1636,-325 48-94,-304-4-8405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25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24575,'0'2'0,"1"0"0,-1 0 0,1 1 0,0-1 0,0 0 0,-1 0 0,1 0 0,1 0 0,-1 0 0,0 0 0,0 0 0,1 0 0,-1 0 0,1 0 0,2 1 0,31 25 0,-28-22 0,21 15 0,1-2 0,0-1 0,1-1 0,1-1 0,0-2 0,2-1 0,49 13 0,-80-26 0,-1 0 0,1 1 0,0-1 0,-1 1 0,1-1 0,-1 1 0,1-1 0,-1 1 0,1 0 0,-1-1 0,0 1 0,1 0 0,-1 0 0,0 0 0,0 0 0,1 0 0,-1 1 0,0-1 0,0 0 0,0 0 0,0 1 0,-1-1 0,1 1 0,1 1 0,-2 0 0,0-1 0,0 0 0,0 0 0,0 0 0,-1 0 0,1 0 0,-1 0 0,1 1 0,-1-1 0,0 0 0,0 0 0,0 0 0,0-1 0,0 1 0,-2 3 0,-5 5 0,0-1 0,0 0 0,-1 0 0,0-1 0,-15 11 0,-46 26-1365,49-34-5461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27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6 600 24575,'-2'-86'0,"-1"46"0,3 0 0,1 1 0,8-55 0,-3 73 0,1 0 0,1 1 0,0 0 0,2 1 0,0 0 0,18-26 0,18-32 0,-39 56 0,-6 18 0,-1 0 0,1 1 0,0-1 0,-1 0 0,1 1 0,1-1 0,-1 1 0,0-1 0,1 1 0,-1 0 0,1-1 0,-1 1 0,4-2 0,-5 4 0,1 0 0,0 1 0,-1-1 0,1 0 0,-1 1 0,1-1 0,-1 1 0,1-1 0,-1 1 0,1-1 0,-1 1 0,1-1 0,-1 1 0,1 0 0,-1-1 0,0 1 0,1-1 0,-1 1 0,0 0 0,0-1 0,0 1 0,1 0 0,-1 0 0,0-1 0,0 1 0,0 0 0,0 0 0,6 30 0,-5-27 0,29 259-21,-23-164-1323,-3-65-5482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44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24575,'0'15'0,"0"0"0,1 1 0,1-1 0,1 0 0,0 0 0,0 0 0,2 0 0,-1-1 0,2 0 0,0 0 0,1 0 0,1 0 0,-1-1 0,2-1 0,0 1 0,17 17 0,-15-19 20,1 1 0,1-1 0,0-1 0,0 0 0,29 15 0,-35-21-119,0-1 0,0 0 0,1 0 0,-1-1 0,1 0 0,-1 0 0,1-1 0,0 0 0,0 0 0,0-1 0,-1 1 0,1-2 0,0 1 0,13-4 0,-5-1-6727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44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0 24575,'-4'0'0,"-6"0"0,-1 5 0,-3 4 0,-2 6 0,1 3 0,-1 0 0,-2 5 0,-2 1 0,3 2 0,3-1 0,1 1 0,3-5-8191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45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24575,'0'4'0,"0"6"0,4 0 0,2 3 0,3 0 0,5-3 0,3 1 0,7 2 0,8 0 0,2-3 0,0-3 0,-3-3 0,-1-1 0,-3-2 0,-1-1 0,-6-1-8191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46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0 24575,'-8'13'0,"-7"7"0,-1 5 0,-1 6 0,-2 2 0,2 0 0,4-3 0,0-6 0,2-2 0,3-3 0,3 2 0,2 0 0,-2 4 0,-4 3 0,-1 0 0,1-4-8191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46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24575,'0'4'0,"0"5"0,4 6 0,5 4 0,5-1 0,9 0 0,4-3 0,2-4 0,7 0 0,3-1 0,2-3 0,-2-2 0,-4-3 0,-3-1 0,-7 0-8191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46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1 24575,'-6'5'0,"-1"2"0,2-1 0,-1 1 0,1 0 0,0 0 0,0 0 0,1 1 0,0-1 0,0 1 0,1 0 0,0 1 0,-3 12 0,-6 30 0,5-14 0,-2 0 0,-2-1 0,-19 44 0,8-34-682,-33 53-1,28-59-6143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47.4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24575,'4'0'0,"5"0"0,6 0 0,3 4 0,3 2 0,3-1 0,0-1 0,1-1 0,-4-1-8191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48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0 24575,'0'4'0,"0"6"0,0 5 0,0 4 0,0 2 0,0 3 0,0 0 0,-5 5 0,-4-3 0,-1-2 0,1 0 0,-3-1 0,2-1 0,-2 2 0,2-1 0,1 0 0,4-3-8191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48.8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24575,'0'4'0,"4"1"0,1 4 0,4 1 0,5-2 0,7-2 0,9-2 0,3-2 0,8-1 0,1-1 0,-2 0 0,-1 0 0,-2-1 0,-3 1 0,-9-5 0,-7 0-8191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49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0 24575,'0'5'0,"0"4"0,0 6 0,0 3 0,0 4 0,-4 1 0,-1 2 0,-4 3 0,-4 2 0,0 0 0,-2-6 0,1-6-8191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50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24575,'8'0'0,"11"0"0,10 0 0,4 0 0,0 0 0,3 4 0,0 1 0,1 0 0,2-1 0,4-1 0,-6 3 0,-6 0 0,-3 0 0,-4-2 0,0-1 0,-5-1-8191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50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 24575,'-3'0'0,"-2"4"0,-4 1 0,-1 5 0,2 3 0,2 4 0,2 4 0,-6 5 0,-2-1-8191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38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24575,'0'4'0,"0"5"0,3 2 0,7 2 0,4 0 0,5 1 0,2-2 0,3 2 0,0 2 0,9-2 0,-1 1 0,-3-2 0,-1-4 0,-3-3 0,0-2 0,-1-3 0,-4 0-8191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38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 1 24575,'-4'0'0,"-5"4"0,-10 5 0,-5 6 0,-3 0 0,3 1 0,3 2 0,3 3 0,2 0 0,3 2 0,0 1 0,-2-4 0,-2-5 0,-7-5 0,1-4-8191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52.0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24575,'0'8'0,"8"3"0,6-1 0,6 3 0,7 2 0,2 0 0,1 0 0,4 2 0,-1-1 0,-1-1 0,-2-2 0,-3-3 0,-1-4 0,-1-2 0,-5-3-8191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52.4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293 1 24575,'-4'4'0,"-5"1"0,-2 4 0,-2 4 0,-4 5 0,-2 2 0,2 3 0,-1-4 0,3 4 0,0 2 0,-1 1 0,-2 3 0,-6 2 0,0 3 0,2 0 0,3-2 0,2-6 0,3-7-8191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53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24575,'0'3'0,"4"2"0,5 0 0,5-1 0,5 3 0,2 0 0,7 0 0,6-3 0,1-1 0,3 3 0,-1 0 0,-3-1 0,-3-1 0,-3-2 0,-6-1-8191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53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293 1 24575,'0'4'0,"0"5"0,0 6 0,-4 0 0,-1 1 0,1 2 0,0 2 0,1 2 0,-3-3 0,-1-1 0,-2 1 0,-5 1 0,-7 1 0,-5 6 0,-9-3 0,-12-1 0,-9 0 0,5-4-8191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54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24575,'0'4'0,"0"5"0,4 6 0,5 4 0,6 3 0,4-3 0,6 0 0,4 1 0,0-4 0,0-4 0,-1-4 0,-2-4 0,-5-2-8191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54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 0 24575,'-4'0'0,"-6"0"0,-1 4 0,2 5 0,-3 6 0,2 7 0,-2 5 0,-6 6 0,-5 4 0,-3 6 0,0-2 0,0 1 0,0-3 0,5-8-8191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56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24575,'0'5'0,"4"0"0,2 4 0,3 5 0,5-1 0,4 3 0,6 5 0,8 0 0,3 1 0,-2-1 0,-1-2 0,-3-6 0,-2 0 0,-1-3 0,-2-3 0,-4-3-8191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57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325 0 24575,'-4'0'0,"-6"0"0,-4 0 0,-1 5 0,-1 4 0,-2 10 0,-3 5 0,-1 7 0,-1 5 0,-4 2 0,1 2 0,-2-2 0,4-3 0,-3 1 0,0 1 0,4-4-8191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58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24575,'0'3'0,"1"0"0,-1 1 0,1-1 0,0 0 0,0 0 0,0 0 0,0 0 0,1 0 0,-1-1 0,1 1 0,0 0 0,0-1 0,0 1 0,0-1 0,0 1 0,0-1 0,1 0 0,-1 0 0,1 0 0,-1 0 0,1-1 0,0 1 0,0-1 0,-1 1 0,1-1 0,0 0 0,7 1 0,9 3 0,1 0 0,0-1 0,26 1 0,-26-3 0,2 1 0,-1 0 0,0 0 0,0-2 0,1 0 0,-1-1 0,0-1 0,25-5 0,-44 6-62,1-1 0,-1 0 0,0 0 0,1 0 0,-1 0 0,0 0 0,0-1 0,0 1 0,0-1 0,0 1 0,0-1 0,0 0-1,-1 1 1,1-1 0,-1 0 0,1 0 0,-1 0 0,1 0 0,-1-1 0,0 1 0,1-4 0,4-13-6764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41:58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 0 24575,'-2'81'0,"5"101"0,-1-157 0,1 1 0,2-2 0,0 1 0,2-1 0,11 29 0,26 42 0,-22-50 0,23 67 0,-40-97 0,-1 1 0,-1-1 0,0 1 0,-1 0 0,0 0 0,-2 0 0,1 0 0,-5 25 0,4-37 0,-1-1 0,0 0 0,0 1 0,0-1 0,0 0 0,0 0 0,-1 0 0,1 0 0,-1 0 0,0 0 0,0 0 0,0-1 0,0 1 0,0-1 0,-1 1 0,1-1 0,-1 0 0,0 0 0,1 0 0,-1 0 0,0-1 0,0 1 0,0-1 0,0 1 0,-1-1 0,1 0 0,0-1 0,0 1 0,-1 0 0,1-1 0,-1 0 0,1 0 0,0 0 0,-5 0 0,-5-1 0,1 0 0,-1-1 0,1-1 0,-1 0 0,1 0 0,0-1 0,-20-10 0,13 5-136,1-2-1,0 0 1,0 0-1,2-2 1,-1 0-1,2-1 1,0 0-1,0-1 0,-18-26 1,18 15-6690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59:42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1 120 24575,'0'12'0,"0"0"0,1 1 0,1-1 0,0 0 0,0 0 0,8 21 0,-9-29 0,1-1 0,0 1 0,0 0 0,0-1 0,0 1 0,0-1 0,1 0 0,0 0 0,-1 0 0,1 0 0,0 0 0,0-1 0,1 1 0,-1-1 0,1 0 0,-1 0 0,1 0 0,-1-1 0,1 1 0,0-1 0,0 0 0,0 0 0,0 0 0,4 0 0,-3 0 0,1 0 0,-1-1 0,0 0 0,0 0 0,0 0 0,1-1 0,-1 0 0,0 0 0,0 0 0,0-1 0,0 1 0,0-1 0,0 0 0,-1-1 0,1 1 0,-1-1 0,5-3 0,-1-1 0,-1-1 0,0 0 0,-1 0 0,0 0 0,0-1 0,-1 1 0,8-18 0,0-5 0,-2-1 0,14-59 0,-19 63 0,-1 68 0,-3 35 0,-2-25 0,2 1 0,2 0 0,3-1 0,2 0 0,1 0 0,35 95 0,-20-87 0,-13-33 0,-1 1 0,-1 1 0,-1-1 0,-2 2 0,0-1 0,4 54 0,-11-78 0,-1 0 0,1-1 0,-1 1 0,0 0 0,0-1 0,0 1 0,-1-1 0,1 1 0,0-1 0,-1 1 0,0-1 0,1 0 0,-1 0 0,0 0 0,0 0 0,0 0 0,-1 0 0,1-1 0,0 1 0,-1-1 0,1 1 0,-1-1 0,1 0 0,-1 0 0,1 0 0,-1 0 0,-4 0 0,0 1 0,-1 0 0,1-1 0,0 1 0,-1-2 0,0 1 0,1-1 0,-1 0 0,1-1 0,-11-1 0,16 1-49,-1 0 1,1 0-1,0-1 0,0 1 0,0-1 1,0 1-1,0-1 0,0 0 0,1 0 1,-1 0-1,0 0 0,1 0 0,0 0 1,-1 0-1,1 0 0,0-1 0,0 1 1,0 0-1,1-1 0,-1 1 0,0-1 1,1 1-1,-1-1 0,1 1 0,0-1 0,0 1 1,0-4-1,0-13-6777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59:42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 24575,'4'0'0,"5"0"0,10 0 0,5 0 0,7 0 0,2-5 0,-1 0 0,-1-1 0,-7 2-8191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59:43.0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24575,'0'4'0,"5"1"0,8 0 0,7-1 0,4-1 0,1-1 0,1-2 0,1 1 0,-2-1 0,-4 0-8191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59:45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318 152 24575,'-2'-1'0,"0"-1"0,0 1 0,0-1 0,0 1 0,0-1 0,0 0 0,1 0 0,-1 0 0,1 0 0,-1 0 0,1 0 0,0 0 0,0-1 0,0 1 0,0 0 0,-1-4 0,-10-15 0,7 16 0,0 1 0,0 0 0,-1 0 0,1 0 0,-1 1 0,0 0 0,0 0 0,0 1 0,-1 0 0,1 0 0,-1 0 0,1 1 0,-1-1 0,1 2 0,-10-1 0,2 0 0,0 1 0,0 1 0,0 0 0,0 1 0,0 0 0,-18 6 0,28-6 0,1 0 0,-1 0 0,1 0 0,-1 0 0,1 0 0,0 1 0,0-1 0,0 1 0,0 0 0,1 0 0,-1 0 0,1 0 0,-1 0 0,1 1 0,0-1 0,0 1 0,1-1 0,-1 1 0,1 0 0,0 0 0,0-1 0,0 1 0,0 0 0,1 0 0,-1 0 0,1 8 0,0-5 0,0 0 0,1 1 0,0-1 0,0 0 0,0 0 0,1 0 0,0 0 0,0 0 0,1 0 0,0 0 0,0-1 0,1 1 0,-1-1 0,7 7 0,-4-6 0,0-1 0,1 1 0,0-1 0,0-1 0,0 1 0,1-1 0,0-1 0,0 1 0,0-1 0,0-1 0,1 1 0,16 3 0,-20-6 0,0-1 0,0 1 0,0-1 0,0 0 0,-1-1 0,1 1 0,0-1 0,0 0 0,0 0 0,-1 0 0,1-1 0,0 1 0,-1-1 0,0 0 0,1-1 0,-1 1 0,0-1 0,0 0 0,0 0 0,-1 0 0,1 0 0,-1-1 0,1 0 0,-1 1 0,5-9 0,22-35 0,-2-1 0,-3-1 0,35-91 0,-65 158 0,1-1 0,0 1 0,1 0 0,1-1 0,1 1 0,1 0 0,0 0 0,2 0 0,0 0 0,0 0 0,2-1 0,0 1 0,1-1 0,1 0 0,1 0 0,0-1 0,1 0 0,0 0 0,2 0 0,0-2 0,19 23 0,-29-37-10,1 2-70,0-1 1,0 1-1,0-1 0,1 0 0,-1 1 1,0-1-1,1 0 0,-1 0 1,1 0-1,-1 0 0,1 0 0,-1 0 1,1-1-1,0 1 0,-1 0 1,3-1-1,4-1-6746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59:45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24575,'2'4'0,"0"1"0,0 0 0,0-1 0,1 1 0,0-1 0,-1 1 0,2-1 0,-1 0 0,0-1 0,1 1 0,0 0 0,0-1 0,0 0 0,6 4 0,-2 0 0,61 48 0,100 63 0,-126-93 0,1-1 0,1-2 0,87 30 0,-126-50-195,0 0 0,0-1 0,0 0 0,1 0 0,-1-1 0,10 1 0,1-4-6631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59:46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0 24575,'0'4'0,"0"6"0,0 4 0,0 4 0,0 8 0,0 3 0,0 4 0,0 1 0,0 3 0,-4-1 0,-1-2 0,0 0 0,1-1 0,2-2 0,0-11 0,1-12 0,1-12 0,0-5-8191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59:47.0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 24575,'0'-1'0,"1"0"0,-1 0 0,1 0 0,-1 1 0,1-1 0,-1 0 0,1 0 0,0 0 0,-1 1 0,1-1 0,0 0 0,0 1 0,-1-1 0,1 0 0,0 1 0,0-1 0,0 1 0,0 0 0,0-1 0,0 1 0,0 0 0,0-1 0,0 1 0,0 0 0,0 0 0,1 0 0,33-5 0,-30 5 0,-3 0 0,13-2 0,1 0 0,0 2 0,0 0 0,-1 1 0,27 4 0,-39-4 0,0 0 0,0 0 0,0 0 0,0 0 0,0 0 0,0 1 0,0 0 0,-1-1 0,1 1 0,0 0 0,-1 0 0,0 1 0,1-1 0,-1 0 0,0 1 0,0-1 0,0 1 0,-1 0 0,1-1 0,-1 1 0,1 0 0,-1 0 0,0 0 0,0 0 0,0 1 0,-1-1 0,1 0 0,-1 0 0,0 0 0,1 0 0,-1 1 0,-1-1 0,0 6 0,1-6 0,-1 0 0,1 0 0,-1 0 0,0-1 0,0 1 0,0 0 0,0 0 0,0-1 0,0 1 0,-1 0 0,0-1 0,1 0 0,-1 1 0,0-1 0,0 0 0,0 0 0,-4 3 0,-49 26 0,49-29 0,0 1 0,0-1 0,0 1 0,1 1 0,-1-1 0,1 1 0,-1 0 0,1 0 0,0 1 0,1-1 0,-7 9 0,11-13 0,-1 1 0,1-1 0,0 1 0,-1 0 0,1-1 0,0 1 0,0-1 0,0 1 0,-1 0 0,1-1 0,0 1 0,0 0 0,0-1 0,0 1 0,0 0 0,0-1 0,0 1 0,1 0 0,-1-1 0,0 1 0,0 0 0,0-1 0,1 1 0,-1 0 0,0-1 0,0 1 0,1-1 0,-1 1 0,1-1 0,-1 1 0,1-1 0,0 2 0,26 10 0,32-5 0,122 14-1365,-159-20-5461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59:48.0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24575,'0'3'0,"0"7"0,0 4 0,0 5 0,0 3 0,0 1 0,0 1 0,0 1 0,0 0 0,4 0 0,1-1 0,4 4 0,0 1 0,3-4 0,-1-6-8191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59:48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 24575,'4'0'0,"5"0"0,5 0 0,5 0 0,2 0 0,7 0 0,1 0 0,1 0 0,-1 0 0,3 0 0,-1 0 0,0 0 0,-3 0 0,-1 0 0,-6-4 0,-6-1-8191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59:49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24575,'3'2'0,"-1"1"0,0-1 0,0 1 0,-1 0 0,1 0 0,-1 0 0,1 0 0,-1 0 0,0 0 0,0 0 0,0 1 0,0 5 0,3 48 0,-3-29 0,48 282 0,-3-27 0,-40-231 0,3 0 0,18 60 0,-23-139 0,-2-23 0,-4 22 0,1 16 0,0 0 0,1 0 0,0 0 0,4-18 0,-4 28 0,1 0 0,-1-1 0,1 1 0,0 0 0,0 0 0,0-1 0,0 1 0,0 0 0,0 0 0,1 0 0,-1 0 0,1 0 0,-1 0 0,1 1 0,0-1 0,0 0 0,-1 1 0,1 0 0,0-1 0,1 1 0,-1 0 0,0 0 0,0 0 0,0 0 0,1 0 0,-1 1 0,3-1 0,3-1 0,-1 1 0,1 1 0,-1 0 0,1 0 0,-1 0 0,1 1 0,-1 0 0,0 0 0,1 1 0,-1 0 0,0 0 0,0 1 0,0 0 0,0 0 0,-1 0 0,10 7 0,-6-2 0,0 1 0,0 0 0,-1 0 0,0 1 0,-1 0 0,0 0 0,-1 1 0,12 20 0,-18-29 0,0-1 0,0 1 0,0 0 0,-1 0 0,1-1 0,0 1 0,-1 0 0,1 0 0,-1 0 0,1 0 0,-1 0 0,0-1 0,0 1 0,0 0 0,0 0 0,0 0 0,-1 0 0,1 0 0,0 0 0,-1 0 0,1 0 0,-1-1 0,0 1 0,-1 3 0,0-3 0,-1 0 0,1 0 0,0 1 0,-1-1 0,0-1 0,1 1 0,-1 0 0,0-1 0,0 1 0,0-1 0,0 0 0,0 0 0,-4 1 0,-13 2 0,1-1 0,-1-1 0,-33-1 0,49-1 0,-23 0-117,9 1-91,1-1 0,-1-1 0,0-1 0,0 0 0,-19-6 0,22 3-6618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59:50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24575,'4'1'0,"1"1"0,0 0 0,-1 0 0,0 0 0,1 1 0,-1-1 0,0 1 0,0 0 0,6 7 0,0-2 0,59 46 0,100 74 0,-134-105 0,0-2 0,1-1 0,46 17 0,-24-15-1365,-35-15-5461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59:50.7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379 1 24575,'-2'0'0,"1"1"0,0-1 0,-1 1 0,1-1 0,0 1 0,0 0 0,0-1 0,-1 1 0,1 0 0,0 0 0,0 0 0,0 0 0,0 0 0,0 0 0,1 0 0,-1 0 0,0 1 0,0-1 0,0 2 0,-16 32 0,11-22 0,-25 58 0,18-40 0,-28 50 0,35-72 0,0 0 0,-1 0 0,0-1 0,0 0 0,-1 0 0,0 0 0,0-1 0,-1 0 0,-12 7 0,-121 59-1365,122-64-5461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59:51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24575,'0'4'0,"0"5"0,0 6 0,0 4 0,0 3 0,0 5 0,0 7 0,0 1 0,0-1 0,0-2 0,0 1 0,4-5 0,1-3 0,0-2 0,-1 0 0,-1-5-8191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59:52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24575,'5'0'0,"8"0"0,15 0 0,6 0 0,2 0 0,7 0 0,0 0 0,0 0 0,-2 0 0,-5 0 0,-4 0 0,-7 0-8191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9:59:53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173 49 24575,'0'3'0,"1"0"0,0 0 0,-1 0 0,1 0 0,0 0 0,1 0 0,-1-1 0,0 1 0,1 0 0,-1-1 0,1 1 0,0-1 0,0 1 0,0-1 0,0 0 0,1 0 0,-1 0 0,4 2 0,-5-3 0,0 0 0,0-1 0,0 1 0,0-1 0,0 1 0,0-1 0,0 0 0,0 1 0,0-1 0,0 0 0,0 0 0,0 1 0,0-1 0,0 0 0,0 0 0,0 0 0,0 0 0,0-1 0,0 1 0,0 0 0,1-1 0,0 0 0,-1 1 0,0-1 0,0 0 0,0 0 0,0 0 0,-1 0 0,1-1 0,0 1 0,0 0 0,-1 0 0,1 0 0,0-1 0,-1 1 0,1 0 0,-1-1 0,0 1 0,1 0 0,-1-1 0,0 1 0,0-1 0,0-1 0,0 0 0,0 0 0,0 0 0,-1 0 0,1 0 0,-1 0 0,1 1 0,-1-1 0,0 0 0,0 0 0,0 0 0,-1 1 0,1-1 0,-1 0 0,1 1 0,-1 0 0,0-1 0,0 1 0,0 0 0,0 0 0,-1 0 0,1 0 0,0 0 0,-1 0 0,1 1 0,-1-1 0,0 1 0,0 0 0,1 0 0,-1 0 0,0 0 0,0 0 0,0 1 0,0-1 0,-3 1 0,-1-2 0,1 1 0,-1 1 0,0-1 0,0 1 0,0 0 0,0 0 0,1 1 0,-1 0 0,0 0 0,0 1 0,1 0 0,-1 0 0,1 0 0,-8 5 0,8-2 0,1 0 0,-1 1 0,1-1 0,0 1 0,0 0 0,1 1 0,0-1 0,0 1 0,0 0 0,1 0 0,0 0 0,0 0 0,1 1 0,0-1 0,0 1 0,1 0 0,0-1 0,0 9 0,-1 17 0,2 0 0,7 59 0,-6-86 0,-1 0 0,2 0 0,-1 0 0,1-1 0,0 1 0,0 0 0,0-1 0,1 1 0,0-1 0,0 0 0,0 0 0,1 0 0,0-1 0,0 1 0,0-1 0,0 0 0,1 0 0,-1 0 0,1 0 0,0-1 0,0 0 0,1 0 0,9 4 0,10 1 0,0 0 0,0-2 0,0-1 0,36 3 0,21 5 0,-46-5-455,0-2 0,45 3 0,-55-8-6371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10:00:16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10:00:16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10:08:05.3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1 118 24575,'1219'38'0,"-1181"-34"0,0 0 0,1-3 0,-1-1 0,0-2 0,54-10 0,-50 5 0,1 2 0,0 2 0,52 3 0,9-1 0,97-15-455,-1-10 0,233-60 0,-405 80-6371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10:08:06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 24575,'613'0'0,"-589"-1"43,1-2 0,29-6 1,39-3-1539,-73 11-5331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10:08:18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4518 24575,'514'0'0,"-519"7"0,4-7 0,0 1 0,0-1 0,0 0 0,0 0 0,1 1 0,-1-1 0,0 0 0,0 0 0,0 0 0,0 0 0,0 0 0,0 0 0,0 0 0,0-1 0,0 1 0,0 0 0,0 0 0,0-1 0,0 1 0,0-1 0,-1 0 0,-1-1 0,0-1 0,0 0 0,0 0 0,0 0 0,0 0 0,1-1 0,0 1 0,0-1 0,-1 1 0,2-1 0,-1 0 0,0 0 0,1 0 0,0 0 0,0 0 0,0 0 0,0-7 0,-1-11 0,0 0 0,3-27 0,0 6 0,-2 32 0,1 5 0,-1 1 0,1 0 0,0 0 0,1-1 0,-1 1 0,1 0 0,1-7 0,-1 10 0,0 0 0,0 1 0,0-1 0,1 0 0,-1 1 0,0-1 0,0 1 0,1-1 0,-1 1 0,1 0 0,-1-1 0,1 1 0,0 0 0,-1 0 0,1 0 0,0 1 0,0-1 0,0 0 0,0 1 0,0-1 0,0 1 0,0-1 0,0 1 0,2 0 0,40-4 0,0 2 0,76 7 0,-11 0 0,-33-4 0,109-3 0,-183 2 0,0-1 0,1 1 0,-1 0 0,0-1 0,0 0 0,0 1 0,1-1 0,-1 0 0,0 0 0,0 0 0,0-1 0,0 1 0,0 0 0,-1-1 0,1 1 0,0-1 0,-1 0 0,1 0 0,-1 1 0,1-1 0,-1 0 0,0 0 0,0 0 0,0 0 0,0 0 0,0-1 0,0 1 0,-1 0 0,1 0 0,-1-1 0,0 1 0,1-3 0,0-10 0,-1 0 0,0 0 0,-1 0 0,-4-18 0,1-21 0,5 53 0,-1 0 0,1 0 0,-1-1 0,1 1 0,0 0 0,-1 0 0,1 0 0,0 0 0,0 0 0,0 0 0,0 1 0,0-1 0,0 0 0,0 0 0,0 1 0,0-1 0,0 0 0,0 1 0,1-1 0,-1 1 0,0 0 0,0-1 0,1 1 0,-1 0 0,0 0 0,0 0 0,1-1 0,-1 2 0,2-1 0,49 1 0,-40 0 0,21 2 0,-19-2 0,-1 0 0,1 0 0,-1-1 0,1-1 0,-1 0 0,15-4 0,-27 5 0,-1 0 0,1 0 0,0-1 0,-1 1 0,1 0 0,0-1 0,-1 1 0,1 0 0,0-1 0,-1 1 0,1-1 0,-1 1 0,1-1 0,-1 1 0,1-1 0,-1 0 0,1 1 0,-1-1 0,0 0 0,1 1 0,-1-1 0,0 0 0,1 1 0,-1-1 0,0 0 0,0 1 0,0-1 0,0 0 0,0 0 0,0 1 0,0-1 0,0 0 0,0 0 0,0 1 0,0-1 0,0 0 0,0 0 0,-1 1 0,1-1 0,0 0 0,0 1 0,-1-1 0,0-1 0,-23-33 0,15 23 0,-4-11 0,0-1 0,2 0 0,1-1 0,1 0 0,-7-32 0,-20-133 0,13 13 0,16 120 0,5 35 0,-1 0 0,-1 0 0,-1 0 0,-13-35 0,11 37 0,1 1 0,1-2 0,-3-28 0,1 10 0,6 37 0,1-1 0,-1 1 0,0 0 0,1-1 0,0 1 0,0-1 0,0 1 0,0-1 0,0 1 0,0-1 0,1 1 0,-1-1 0,1 1 0,-1 0 0,1-1 0,0 1 0,0 0 0,0 0 0,0-1 0,1 1 0,-1 0 0,1 0 0,-1 0 0,1 0 0,2-2 0,1 2 0,-1 0 0,1 0 0,-1 0 0,1 0 0,0 1 0,0 0 0,0 0 0,0 0 0,0 0 0,0 1 0,10 1 0,120 3 0,-57-1 0,93-6 0,-170 2 0,0 1 0,1 0 0,-1 0 0,0-1 0,1 1 0,-1-1 0,0 1 0,1-1 0,-1 0 0,0 1 0,0-1 0,0 0 0,0 0 0,0 0 0,0 0 0,0 0 0,0 0 0,0 0 0,0 0 0,0 0 0,-1 0 0,1 0 0,0-1 0,-1 1 0,1 0 0,-1 0 0,1-1 0,-1 1 0,0 0 0,1-1 0,-1 1 0,0-1 0,0 1 0,0 0 0,0-1 0,0 1 0,-1-2 0,0-9 0,-1 1 0,-1-1 0,-6-18 0,4 9 0,-6-12 0,8 26 0,1-1 0,-1 1 0,1-1 0,0 1 0,1-1 0,0 0 0,0 1 0,0-1 0,1 0 0,2-15 0,-1 21 0,0 0 0,0 0 0,0 1 0,1-1 0,-1 0 0,0 1 0,1-1 0,-1 1 0,1-1 0,0 1 0,0 0 0,-1 0 0,1 0 0,0 0 0,0 0 0,0 0 0,0 0 0,0 0 0,0 1 0,0-1 0,0 1 0,0 0 0,0 0 0,0-1 0,1 1 0,2 1 0,63 6 0,-54-5 0,118 11 0,233-9 0,-193-6 0,-169 2 0,0 1 0,0-1 0,0-1 0,0 1 0,0 0 0,0-1 0,-1 1 0,1-1 0,0 0 0,0 0 0,-1 0 0,1 0 0,0 0 0,-1-1 0,1 1 0,-1-1 0,1 1 0,-1-1 0,0 0 0,0 0 0,3-3 0,-3 0 0,0 0 0,0 0 0,0 0 0,-1 0 0,1 0 0,-1 0 0,0 0 0,-1 0 0,1 0 0,-1 0 0,-1-8 0,-4-84 0,-22-116 0,7 68 0,17 128 0,-1 0 0,-1 0 0,-1 0 0,-9-20 0,8 23 0,1-1 0,1 0 0,0 0 0,1 0 0,-2-24 0,6 37 0,0 1 0,0-1 0,0 0 0,0 0 0,1 0 0,-1 0 0,1 0 0,0 0 0,0 1 0,-1-1 0,1 0 0,0 0 0,0 1 0,1-1 0,-1 1 0,0-1 0,0 1 0,1 0 0,-1-1 0,1 1 0,-1 0 0,1 0 0,-1 0 0,1 0 0,0 0 0,0 0 0,-1 0 0,1 1 0,0-1 0,0 1 0,0-1 0,0 1 0,0 0 0,3 0 0,10-2 0,1 0 0,0 2 0,21 1 0,-17 0 0,63 1 0,-13 1 0,1-4 0,101-13 0,-79 8 0,-8 2 0,-84 4 0,0-1 0,0 1 0,-1 0 0,1 0 0,0-1 0,-1 1 0,1-1 0,0 1 0,-1 0 0,1-1 0,-1 1 0,1-1 0,0 1 0,-1-1 0,1 0 0,-1 1 0,0-1 0,1 0 0,-1 1 0,1-1 0,-1 0 0,0 1 0,0-1 0,1 0 0,-1 1 0,0-1 0,0 0 0,0 0 0,0 1 0,0-1 0,0 0 0,0 0 0,0 0 0,0 1 0,0-1 0,0 0 0,-1 1 0,1-1 0,0 0 0,-1-1 0,-13-34 0,11 29 0,-8-19 0,1-1 0,2 0 0,1 0 0,1-1 0,-4-37 0,5-143 0,5 208 0,0-38 0,-1-1 0,-13-73 0,-6 3 0,20 108 0,0 0 0,0 0 0,-1 0 0,1 0 0,0 0 0,0 0 0,0 0 0,0 0 0,1 0 0,-1 0 0,0 0 0,0 0 0,0 0 0,1 0 0,-1 0 0,1 0 0,-1 0 0,1 1 0,-1-1 0,1 0 0,-1 0 0,1 0 0,0 1 0,1-2 0,0 0 0,0 1 0,0-1 0,1 1 0,-1 0 0,0 0 0,1 0 0,-1 1 0,1-1 0,-1 1 0,3-1 0,11 0 0,-1 0 0,28 3 0,-27-1 0,18 2 0,-22-2 0,-1 0 0,1 0 0,-1-1 0,1 0 0,-1-1 0,1-1 0,15-3 0,-25 4 0,0 0 0,0 0 0,0-1 0,-1 1 0,1 0 0,0-1 0,-1 1 0,1-1 0,-1 1 0,1-1 0,-1 0 0,0 0 0,0 0 0,0 1 0,0-1 0,0 0 0,0 0 0,0-1 0,-1 1 0,1 0 0,-1 0 0,1 0 0,-1 0 0,0 0 0,0-1 0,0-3 0,-1-8 0,0 1 0,-1-1 0,-5-18 0,0 2 0,-2-78 0,7-179 0,5 132 0,-3 97 0,2 19 0,-3 1 0,-1-1 0,-11-63 0,12 99 0,0-1 0,0 1 0,0-1 0,1 0 0,0 1 0,-1-1 0,1 0 0,1 0 0,-1 1 0,0-1 0,1 1 0,0-1 0,0 0 0,1-3 0,0 5 0,-1 0 0,1 0 0,0 0 0,0 0 0,0 0 0,0 0 0,0 1 0,0-1 0,1 1 0,-1 0 0,0-1 0,1 1 0,-1 0 0,1 0 0,0 0 0,-1 1 0,1-1 0,-1 1 0,1-1 0,3 1 0,52-5 0,0 3 0,70 6 0,-3 0 0,-120-4 0,-1 0 0,0 0 0,0 1 0,0-1 0,0 1 0,0 0 0,0 0 0,0 1 0,0-1 0,0 1 0,0 0 0,-1 0 0,1 0 0,-1 0 0,1 1 0,-1-1 0,3 4 0,-2-1 0,0 0 0,0 0 0,0 1 0,-1-1 0,0 1 0,0 0 0,-1 0 0,1 0 0,2 13 0,0 9 0,-2 1 0,0 0 0,-2 0 0,-3 30 0,1-28 0,-1 35 0,4 114 0,-2-176 0,1-1 0,-1 0 0,1 1 0,0-1 0,0 0 0,0 0 0,0 0 0,1 0 0,-1 1 0,1-2 0,0 1 0,0 0 0,0 0 0,0-1 0,0 1 0,1-1 0,-1 1 0,1-1 0,0 0 0,-1 0 0,1 0 0,0-1 0,0 1 0,0-1 0,0 1 0,1-1 0,-1 0 0,0 0 0,6 0 0,9 2 0,0-1 0,1-1 0,-1-1 0,27-2 0,-11 0 0,349-21 0,-88 15 0,-208 10 0,0-4 0,117-18 0,-85 5 0,0 5 0,166 8 0,77-5 0,426-9-111,-543 17-1143,-215-1-5572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10:41:02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24575,'5'390'-231,"4"513"-1374,-8-696-201,47 913-2412,107 103 486,-4-451 2385,-76-327 1232,-41 0 1564,-50 151-1181,-13 137-268,49-172 0,-14-480 643,5 133 4667,-11-170-3982,-2 0-1,-14 79 0,6-77-579,2-10-985,1 0 0,-3 44 0,10-64-6589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10:41:04.0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82 24575,'84'-6'0,"-45"2"0,70-6 0,46-3-654,48-2-1962,31 2 1486,43 4-773,74 3 671,107 2-1793,96 2 1762,67 3-760,53 6 1297,44 10-155,36 12 543,80 16-136,1145 98 362,-1337-94 106,242 15 6,1602 76 0,-1742-115 0,-36-16 0,-54-15 0,-62-12 0,-62-9 0,-54 0 0,-42 4 0,1571-9 1176,-1276 72 737,-675-34-1799,208 17 2611,-1-18 263,-25-32 2599,-212 23-4665,39-12 0,-61 15-920,1 0 0,0-1-1,0 1 1,-1-1 0,1 1 0,-1-1 0,1 0 0,-1 0 0,1 0 0,-1 0 0,0 0-1,0-1 1,0 1 0,-1-1 0,1 1 0,-1-1 0,1 0 0,-1 0 0,0 1 0,1-5-1,0 2-1,-1 1 0,-1-1 0,1 0-1,-1 1 1,0-1 0,0 0 0,0 1-1,0-1 1,-1 1 0,0-1 0,0 0 0,-3-8-1,2 9 1,0 0 0,-1 0 0,1 0 0,-1 1 0,0-1 0,0 0 0,0 1 0,0 0 0,-1 0 0,1 0 0,-1 0 0,0 0 0,0 1 0,0 0 0,0 0 0,0 0 0,-5-2 0,-7-1 0,1 1 0,-1 0 0,-25-3 0,-37 1 0,-119 5 0,132 3 0,-8-1 0,58 0 0,13 1 0,5 1 0,8 2 0,177 43 0,-119-33 0,16 3-3392,164 12 0,-247-30 3392,1 0 0,0 0 0,0 0 0,0 1 0,-1-1 0,6 2 0,-8-2 0,0 1 0,1-1 0,-1 0 0,1 0 0,-1 0 0,1 1 0,-1-1 0,0 0 0,1 1 0,-1-1 0,0 1 0,1-1 0,-1 0 0,0 1 0,1-1 0,-1 1 0,0-1 0,0 0 0,0 1 0,1-1 0,-1 1 0,0-1 0,0 1 0,0-1 0,0 1 0,0-1 0,0 1 0,0-1 0,0 1 0,0-1 0,0 1 0,0-1 0,0 1 0,0-1 0,-1 1 0,1-1 0,0 2 0,-4 6 659,-1-1 0,1 1 0,-1-1 0,0 0 0,-1 0 0,0 0 0,0-1 0,-8 7 0,-4 5 194,-37 37-853,28-30 0,-46 56 0,68-73-341,0-1 0,0 1-1,-6 15 1,5-6-6485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10:41:04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24575,'0'4'0,"0"11"0,0 7 0,0 11 0,0 2 0,0 1 0,0 3 0,4 6 0,2 4 0,4-1 0,3 5 0,-1-4 0,1-6 0,0-4 0,-1-6 0,-2-4 0,1-8 0,-1-6-8191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10:41:05.4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 24575,'293'-9'0,"-112"6"-1365,-163 3-5461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10:41:20.4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3752 24575,'4'3'0,"-1"0"0,1 0 0,0 1 0,-1-1 0,0 1 0,0 0 0,0 0 0,4 8 0,3 3 0,-3-6 0,1 0 0,0 0 0,0-1 0,0 0 0,1-1 0,0 0 0,1 0 0,0-1 0,0 0 0,12 4 0,-9-4 0,0-1 0,1-1 0,0 0 0,0-1 0,0-1 0,0 0 0,25-1 0,-24-1 0,0-1 0,1-1 0,-1 0 0,0-1 0,-1 0 0,1-1 0,0-1 0,-1-1 0,0 0 0,-1-1 0,1 0 0,-1-1 0,0 0 0,-1-1 0,0-1 0,13-13 0,-17 14 0,-6 6 0,0 1 0,1-1 0,-1 1 0,1 0 0,5-5 0,-8 7 0,0 0 0,0 0 0,1 0 0,-1 0 0,0 0 0,1-1 0,-1 1 0,0 0 0,0 0 0,1 0 0,-1 0 0,0 0 0,1 0 0,-1 0 0,0 0 0,1 0 0,-1 0 0,0 0 0,0 0 0,1 1 0,-1-1 0,0 0 0,1 0 0,-1 0 0,0 0 0,0 0 0,1 1 0,-1-1 0,0 0 0,0 0 0,1 0 0,-1 1 0,0-1 0,0 0 0,0 0 0,0 1 0,1-1 0,-1 0 0,0 0 0,0 1 0,0-1 0,0 0 0,0 1 0,0-1 0,0 0 0,0 1 0,2 16 0,-1-16 0,-1 12 0,0 2 0,5 26 0,-5-37 0,1 1 0,1-1 0,-1 0 0,0 0 0,1 0 0,0 0 0,0 0 0,0 0 0,1 0 0,4 5 0,-5-7 0,0 0 0,1 0 0,0 0 0,0 0 0,-1-1 0,1 1 0,0-1 0,0 0 0,0 0 0,1 0 0,-1 0 0,0 0 0,0-1 0,6 1 0,4 0 0,1-1 0,16-2 0,5-3 0,1-1 0,-1-2 0,0-1 0,44-18 0,142-48 0,-218 74 0,2 0 0,-1 0 0,0 0 0,1 0 0,5 0 0,-9 1 0,0 0 0,1 0 0,-1 0 0,0 0 0,0 1 0,1-1 0,-1 0 0,0 1 0,0-1 0,1 1 0,-1-1 0,0 1 0,0 0 0,0 0 0,0-1 0,0 1 0,0 0 0,2 2 0,21 28 0,-15-18 0,17 17 0,-6-10 0,1-2 0,1-1 0,0-1 0,1-1 0,1 0 0,1-2 0,0-1 0,0-1 0,1-1 0,0-1 0,1-2 0,39 7 0,-54-13 0,1 0 0,-1-1 0,1 0 0,-1-1 0,0 0 0,1-1 0,-1 0 0,0-1 0,0 0 0,0-1 0,0-1 0,-1 0 0,0 0 0,0-1 0,0-1 0,-1 1 0,0-2 0,15-13 0,-17 14 0,-6 4 0,1 0 0,0 0 0,0 1 0,3-3 0,-5 4 0,-1 1 0,1 0 0,0-1 0,-1 1 0,1 0 0,0-1 0,-1 1 0,1 0 0,0 0 0,-1 0 0,1 0 0,0 0 0,-1 0 0,1 0 0,0 0 0,-1 0 0,1 0 0,0 0 0,0 0 0,-1 0 0,1 0 0,0 1 0,-1-1 0,1 0 0,-1 1 0,1-1 0,0 0 0,0 1 0,10 9 0,17 19 0,11 10 0,-28-30 0,1-1 0,0 0 0,1 0 0,-1-1 0,1-1 0,17 6 0,-11-6 0,1 0 0,-1-2 0,40 4 0,132 2 0,-188-10 0,0 0 0,1 0 0,-1-1 0,1 1 0,-1-1 0,0 0 0,1 1 0,-1-2 0,5-1 0,-6 2 0,0-1 0,0 1 0,-1 0 0,1-1 0,0 1 0,-1-1 0,1 0 0,-1 1 0,0-1 0,1 0 0,-1 0 0,0 0 0,0 0 0,0 0 0,-1 0 0,2-3 0,1-7 0,-1 0 0,0 0 0,-1 0 0,0-18 0,0-1 0,48-366 0,1 9 0,-36 235-177,43-186 0,59-142-216,-106 443 389,135-598 4,-15 162 0,-63 233 751,-52 195-751,-3 0 0,-2-1 0,6-64 0,-14 73 0,3-1 0,17-73 0,-18 99 0,9-16 0,-9 21 0,-1 0 0,1 0 0,-1 0 0,-1 0 0,0 0 0,2-12 0,-3-129 0,-3 76 0,2 21 0,0 30 0,0 18 0,0 5 0,0 28 0,-2 270 0,-17 3 0,-20 172-1805,32-248-3397,-4 98 4948,5-181 822,-9 146-4984,1-166 4961,-55 342 10019,67-451-10564,-22 179 0,22-150 0,1 1 0,7 62 0,5-38 0,34 110 0,-26-110 0,-8-27 0,30 132 0,-18-44 0,-13-80 0,11 36 0,-12-54 0,7 38 0,-11-52 0,-5-17 0,0 0 0,0 0 0,0 0 0,0 0 0,0 0 0,0 0 0,0 0 0,0 1 0,0-1 0,0 0 0,0 0 0,0 0 0,0 0 0,0 0 0,0 0 0,0 0 0,0 0 0,0 0 0,1 0 0,-1 0 0,0 0 0,0 0 0,0 0 0,0 0 0,0 1 0,0-1 0,0 0 0,0 0 0,0 0 0,0 0 0,1 0 0,-1 0 0,0 0 0,0 0 0,0 0 0,0 0 0,0 0 0,0 0 0,0 0 0,0-1 0,0 1 0,1 0 0,-1 0 0,2-8 0,1-26 0,-3 26 0,0 0 0,1 0 0,0 1 0,3-14 0,-3 19 0,0-1 0,0 0 0,0 1 0,1 0 0,-1-1 0,1 1 0,-1 0 0,1-1 0,0 1 0,0 0 0,0 1 0,0-1 0,0 0 0,0 0 0,1 1 0,-1-1 0,4-1 0,5-1 0,1 0 0,-1 1 0,0 0 0,18-1 0,1-2 0,26-4 0,0 3 0,97 0 0,-148 7 0,1 0 0,-1 0 0,1 1 0,-1 0 0,0 0 0,1 0 0,-1 1 0,0 0 0,0 0 0,0 0 0,7 4 0,-8-3 0,0 0 0,-1 0 0,1 0 0,-1 1 0,0-1 0,0 1 0,0 0 0,0 0 0,-1 0 0,0 0 0,0 0 0,0 0 0,3 8 0,24 81 0,-29-91 0,1 0 0,0 0 0,0 0 0,0 0 0,0 0 0,0 0 0,3 3 0,-3-5 0,-1 1 0,0-1 0,1 0 0,-1 1 0,1-1 0,-1 0 0,1 0 0,-1 1 0,1-1 0,-1 0 0,1 0 0,-1 0 0,1 0 0,-1 0 0,1 0 0,-1 1 0,1-1 0,0 0 0,-1-1 0,1 1 0,-1 0 0,1 0 0,-1 0 0,1 0 0,-1 0 0,1 0 0,-1-1 0,1 1 0,-1 0 0,1 0 0,-1-1 0,1 1 0,-1 0 0,1-1 0,-1 1 0,0-1 0,1 1 0,-1-1 0,4-3 0,0 0 0,-1 0 0,1-1 0,-1 1 0,-1-1 0,4-6 0,13-34 0,-9 20 0,-5 12 0,1 0 0,1 1 0,0 0 0,1 0 0,14-16 0,-19 24 0,1 0 0,0 0 0,0 0 0,0 1 0,0 0 0,1-1 0,-1 2 0,1-1 0,0 0 0,0 1 0,0 0 0,0 0 0,0 1 0,0-1 0,1 1 0,-1 0 0,7 0 0,-9 1 0,0 0 0,0 0 0,-1 1 0,1-1 0,0 1 0,0 0 0,-1-1 0,1 1 0,-1 1 0,1-1 0,3 3 0,1 0 0,0 2 0,9 9 0,5 5 0,7 2 0,1-2 0,1-1 0,0-1 0,2-1 0,-1-2 0,2-1 0,0-2 0,46 11 0,-51-17-788,0-2-1,0-1 0,0-1 0,1-1 1,39-5-1,-34 0-789,53-14 0,-8-6 2682,-25 3-905,26-8-369,-65 25 2982,25-4 1,-35 7-2762,0 1 0,-1-1 1,1 1-1,0 0 1,0 1-1,0-1 0,0 1 1,0 0-1,0 0 1,0 0-1,-1 1 0,1-1 1,-1 1-1,1 0 1,-1 1-1,1-1 0,-1 1 1,0 0-1,0 0 0,-1 0 1,7 6-1,-3-1-51,1-2 0,0 1 0,0-1 0,0 0 0,1-1 0,0 0 0,0 0 0,1-1 0,-1 0 0,1-1 0,0 0 0,11 2 0,-6-3 0,0 0 0,-1-1 0,1 0 0,0-1 0,0-1 0,0-1 0,27-5 0,-32 4 0,-1 1 0,1 0 0,-1 1 0,1 0 0,12 1 0,-19 0 0,1 1 0,-1-1 0,0 1 0,0 0 0,1-1 0,-1 1 0,0 1 0,0-1 0,0 0 0,0 1 0,0 0 0,0 0 0,-1 0 0,1 0 0,-1 0 0,1 0 0,-1 1 0,0-1 0,3 4 0,17 31-3219,2 3-760,-20-35 4117,0 0 0,10 9 0,-11-12-138,0 1 0,0-1 0,0-1 0,0 1 0,0 0 0,1-1 0,-1 1 0,1-1 0,-1 0 0,1 0 0,0-1 0,-1 1 0,7 0 0,3-1 0,1-1 0,18-2 0,-23 1 0,201-35 4448,-68 10-1010,-48 13-4540,-73 11 1102,-12 2 0,-1-1 0,0 1 0,16 1 0,-22 0 0,0 0 0,0 1 0,0-1 0,1 1 0,-1-1 0,0 1 0,0 0 0,0 0 0,0 0 0,0 0 0,0 0 0,-1 0 0,1 1 0,0-1 0,-1 0 0,1 1 0,0-1 0,-1 1 0,2 2 0,10 17 0,-10-14 0,1 0 0,7 8 0,102 110 0,-109-120 0,0 0 0,-1 0 0,1 1 0,-1-1 0,0 1 0,0 0 0,2 9 0,-2-3 0,-1 0 0,0-1 0,1 15 0,22 152 0,15-3 0,7 36 0,6 142-1465,-30-185 1475,-15-109-14,28 174-55,18-6 15,-50-216 310,1 0-1,0 0 1,7 12-1,3 4 139,-14-23-384,1-1 0,-1 1 0,0-1 0,1 7-1,-2-6-19,1 0-1,0 0 1,0-1-1,2 5 0,2 5 1,0-1 0,-1 1 0,5 26 0,0 42 0,-7-35 0,9 79 0,-10-119 0,23 133 0,-23-132 0,1 0 0,0 0 0,0 0 0,0-1 0,0 1 0,1-1 0,6 9 0,-9-14 0,0-1 0,0 0 0,0 0 0,0 1 0,0-1 0,1 0 0,-1 0 0,0 0 0,0 1 0,0-1 0,1 0 0,-1 0 0,0 0 0,0 1 0,0-1 0,1 0 0,-1 0 0,0 0 0,0 0 0,1 0 0,-1 0 0,0 0 0,0 0 0,1 0 0,-1 0 0,0 0 0,0 0 0,1 0 0,-1 0 0,0 0 0,1 0 0,-1 0 0,0 0 0,1 0 0,5-10 0,-1-5 0,-1-1 0,0 0 0,2-24 0,1-54 0,-6 73 0,6-153 0,-26-285 0,1 298 0,-20-215 0,29 207 0,7 154 0,-1 0 0,0 1 0,-7-17 0,6 17 0,0 0 0,0 0 0,-2-25 0,5-197 0,2 125 0,-1-147 0,2 230 0,1 0 0,10-45 0,-5 37 0,3-8 0,-10 39 0,1 0 0,0 1 0,0-1 0,0 1 0,1 0 0,5-8 0,-8 12 0,0 0 0,0 0 0,1-1 0,-1 1 0,0 0 0,0 0 0,0-1 0,1 1 0,-1 0 0,0 0 0,0 0 0,1-1 0,-1 1 0,0 0 0,0 0 0,1 0 0,-1 0 0,0 0 0,0 0 0,1-1 0,-1 1 0,0 0 0,1 0 0,-1 0 0,0 0 0,1 0 0,-1 0 0,0 0 0,0 0 0,1 0 0,-1 1 0,0-1 0,1 0 0,-1 0 0,0 0 0,0 0 0,1 0 0,-1 0 0,0 1 0,0-1 0,1 0 0,-1 0 0,0 0 0,0 0 0,1 1 0,-1-1 0,0 0 0,0 0 0,0 1 0,0-1 0,1 0 0,-1 0 0,0 1 0,0 0 0,6 17 0,-6-16 0,2 6 0,-1-1 0,2 0 0,-1 0 0,1 0 0,0 0 0,6 10 0,-7-15 0,-1 1 0,1-1 0,-1 0 0,1-1 0,0 1 0,0 0 0,0 0 0,0-1 0,0 1 0,0-1 0,1 0 0,-1 1 0,0-1 0,1 0 0,-1 0 0,1-1 0,-1 1 0,1-1 0,-1 1 0,1-1 0,-1 0 0,1 1 0,3-2 0,2 0 0,-1 0 0,1 0 0,0-1 0,0 0 0,-1-1 0,1 0 0,-1 0 0,0-1 0,11-6 0,3-5 0,33-30 0,97-99 0,-24 22 0,8 10 0,-114 97 0,2 0 0,0 2 0,37-17 0,-50 26 0,1 0 0,-1 0 0,1 2 0,0-1 0,0 1 0,0 1 0,0 0 0,0 0 0,0 1 0,0 1 0,14 2 0,-20-2 0,0 0 0,0 1 0,0 0 0,0 0 0,0 0 0,-1 1 0,1-1 0,-1 1 0,7 5 0,1 3 0,18 22 0,-21-23 0,1 1 0,20 16 0,-18-19 0,-1-1 0,1-1 0,0 0 0,0-1 0,1 0 0,0-1 0,25 5 0,3-2 0,51 1 0,209-11 0,-51-3 0,-221 7 0,1 2 0,-1 1 0,35 8 0,-47-7 0,0 0 0,0 2 0,0 0 0,-1 0 0,0 2 0,21 14 0,-23-13 0,-1 1 0,-1 0 0,17 19 0,28 43 0,-57-72 0,4 3 0,-1 1 0,1-1 0,0 0 0,0 0 0,0 0 0,5 3 0,-6-5 0,0 0 0,0-1 0,0 1 0,1-1 0,-1 0 0,0 0 0,1 0 0,-1 0 0,0-1 0,1 1 0,3-1 0,12 0 0,0-1 0,0 0 0,30-7 0,54-20 0,-27 6 0,-64 19 0,-1 1 0,1 0 0,0 1 0,0 0 0,0 1 0,23 2 0,-27-1 0,0 1 0,1 0 0,-1 0 0,-1 1 0,1 0 0,0 0 0,-1 1 0,0 0 0,1 0 0,10 10 0,-1 1 0,-5-5 0,21 14 0,-28-21 0,0 0 0,1 0 0,-1-1 0,1 0 0,0 0 0,-1 0 0,12 1 0,9-1 0,1 0 0,-1-2 0,1 0 0,-1-2 0,1-1 0,-1-2 0,47-13 0,80-32 0,126-33 0,-266 80 0,50-10 0,-57 12 0,0 1 0,0 0 0,1 0 0,-1 0 0,0 0 0,1 1 0,9 3 0,-13-3 0,-1 0 0,1 0 0,-1 0 0,1 0 0,-1 1 0,0-1 0,1 1 0,-1 0 0,0 0 0,0 0 0,0 0 0,0 0 0,0 0 0,-1 0 0,1 1 0,-1-1 0,3 5 0,0 3 0,-1-1 0,0 1 0,2 17 0,-3-18 0,0 0 0,0 0 0,1 0 0,4 11 0,-4-15 0,-1-1 0,1 0 0,0 0 0,1 0 0,-1 0 0,1 0 0,0-1 0,0 1 0,0-1 0,0 0 0,0 0 0,1-1 0,-1 1 0,9 2 0,4 1 0,1-1 0,33 6 0,-22-6 0,117 23 0,73 20 0,-213-46 0,4 0 0,0 0 0,0-1 0,12 0 0,-20-1 0,0 0 0,0 0 0,0 0 0,0 0 0,0 0 0,0-1 0,0 1 0,0-1 0,0 0 0,0 1 0,0-1 0,-1 0 0,1 0 0,0 0 0,0 0 0,-1-1 0,1 1 0,-1 0 0,1-1 0,-1 1 0,0-1 0,2-1 0,0-4 0,1 0 0,-2-1 0,1 1 0,1-10 0,5-14 0,15-24 0,-15 36 0,-1-1 0,0 0 0,6-30 0,2-44 12,3-108-1,-12-97-767,-1 26 106,13-35-1519,81-425 0,25 206 1524,25 7 766,-127 443-114,35-118-272,-6 34-793,38-103 1734,-88 258-530,0-1-1,0 1 0,-1 0 0,0-1 1,0 1-1,-1-1 0,1 0 0,-1 1 1,-1-1-1,1 1 0,-1-1 0,-3-11 0,-8-31 4472,12 49-4612,0 0 1,0 0 0,0 0-1,0 0 1,0 0-1,0 0 1,0 0 0,0 0-1,0 0 1,0 0-1,0 0 1,0 1-1,-1-1 1,1 0 0,0 0-1,0 0 1,0 0-1,0 0 1,0 0 0,0 0-1,0 0 1,0 0-1,0 0 1,0 0 0,0-1-1,0 1 1,0 0-1,0 0 1,0 0 0,0 0-1,0 0 1,0 0-1,0 0 1,0 0-1,0 0 1,0 0 0,0 0-1,0 0 1,0 0-1,-1 0 1,1 0 0,0 0-1,0 0 1,0 0-1,0 0 1,0 0 0,0 0-1,0 0 1,0 0-1,0 0 1,0 0 0,0 0-1,0 0 1,0 0-1,0 0 1,0 0 0,0-1-1,0 1 1,0 0-1,0 0 1,0 0-1,0 0 1,0 0 0,-1 6 50,1 9-90,16 161 34,-3-31 0,0 222-199,-13 3-116,-2-165 244,12 256-377,-5-398 411,2 74-54,-6-99 347,-7 59 1,-26 377 391,33 443-648,10-702 0,-10-213 0,-1 1 0,1 0 0,-1-1 0,1 1 0,0 0 0,0-1 0,0 0 0,0 1 0,1-1 0,-1 1 0,1-1 0,-1 0 0,1 0 0,0 0 0,0 0 0,0 0 0,0 0 0,0-1 0,0 1 0,0-1 0,0 1 0,1-1 0,-1 0 0,1 0 0,-1 0 0,5 1 0,5 1 0,0-1 0,0-1 0,0 0 0,21-1 0,-20 0 0,360-19-330,21-42-1714,-15 2 503,-253 45 750,132 3-1,-44 22 470,-157-4 328,93 25 0,-138-29 365,0 0 0,0 1 0,21 11 0,-30-13-249,0-1 0,-1 1 1,1 0-1,0 0 0,-1 0 0,0 1 0,1-1 0,-1 0 0,0 1 1,0-1-1,-1 1 0,1 0 0,0 0 0,-1 0 0,0 0 0,1 0 1,-1 0-1,0 0 0,0 4 0,1 10 252,-2 0-1,0 1 1,-1-1 0,-4 23-1,3-23-370,0-1 0,1 1-1,0-1 1,4 32-1,-2-46-2,-1 0 0,0 0 0,1 0 0,-1 0 0,1 0 0,0 0 0,0 0 0,0 0 0,0 0 0,0-1 0,0 1 0,0 0 0,1-1 0,-1 1 0,0-1 0,1 1 0,-1-1 0,1 0 0,2 2 0,-1-2 0,0 0 0,1 1 0,-1-1 0,1-1 0,-1 1 0,1 0 0,-1-1 0,1 1 0,-1-1 0,5-1 0,4 0 0,0 0 0,0-1 0,0 0 0,0-1 0,19-8 0,56-29 0,-31 13 0,124-48 0,-144 63 0,1 1 0,0 2 0,42-5 0,-38 11 0,0 2 0,0 2 0,59 9 0,16 8 0,67 7 0,-78-17 0,184 5 0,-106-35-6391,-56 4 5998,-73 14 440,72 4 6671,-50 1-6699,215-1-1384,-273 0-5461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5fc6f885e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25fc6f885e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2711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2544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Подумайте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Что не хотим</a:t>
            </a:r>
            <a:r>
              <a:rPr lang="ru-RU" baseline="0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09716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26689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Пример про авто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615709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88986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1861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47483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86232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40098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24578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24858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Пример выявить аномалии – можно с учителем можно без учителя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27128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PT Sans" panose="020B0503020203020204" pitchFamily="34" charset="0"/>
              </a:rPr>
              <a:t>Регрессия - это задача машинного обучения с учителем, которая заключается в предсказании некоторой непрерывной величины.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PT Sans" panose="020B0503020203020204" pitchFamily="34" charset="0"/>
              </a:rPr>
              <a:t>Для использования регрессионных моделей нужно, чтобы в датасете были характеристики объектов и “правильные” значения целевой переменной.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PT Sans" panose="020B0503020203020204" pitchFamily="34" charset="0"/>
              </a:rPr>
              <a:t>Примеры регрессионных задач - предсказание цены акции, оценка объекта недвижимости.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PT Sans" panose="020B0503020203020204" pitchFamily="34" charset="0"/>
              </a:rPr>
              <a:t>Задача регрессии основывается на предположении, что значение целевой переменной зависит от значения признаков.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PT Sans" panose="020B0503020203020204" pitchFamily="34" charset="0"/>
              </a:rPr>
              <a:t>В качестве регрессионных моделей часто берут аналитические функции, например, линейную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665943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ru-RU" b="0" i="0" dirty="0">
                <a:solidFill>
                  <a:srgbClr val="000000"/>
                </a:solidFill>
                <a:effectLst/>
                <a:latin typeface="PT Sans" panose="020B0503020203020204" pitchFamily="34" charset="0"/>
              </a:rPr>
              <a:t>В качестве регрессионных моделей часто берут аналитические функции, например, линейную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Гипотеза: зависимость оценивается </a:t>
            </a:r>
            <a:r>
              <a:rPr lang="en-US" dirty="0"/>
              <a:t>y=</a:t>
            </a:r>
            <a:r>
              <a:rPr lang="en-US" dirty="0" err="1"/>
              <a:t>ax+b</a:t>
            </a:r>
            <a:r>
              <a:rPr lang="ru-RU" dirty="0"/>
              <a:t>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Линейный</a:t>
            </a:r>
            <a:r>
              <a:rPr lang="ru-RU" baseline="0" dirty="0"/>
              <a:t> случай, подбираем </a:t>
            </a:r>
            <a:r>
              <a:rPr lang="en-US" baseline="0" dirty="0"/>
              <a:t>a </a:t>
            </a:r>
            <a:r>
              <a:rPr lang="ru-RU" baseline="0" dirty="0"/>
              <a:t>и </a:t>
            </a:r>
            <a:r>
              <a:rPr lang="en-US" baseline="0" dirty="0"/>
              <a:t>b</a:t>
            </a:r>
            <a:r>
              <a:rPr lang="ru-RU" baseline="0" dirty="0"/>
              <a:t>, помните как подбирать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81995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607945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6186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Не всегда можно аналитически, поэтому используем метод градиентного спуска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339593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Не страшно если не понимаете, будем пробовать на уроке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388286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Что тут дела?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dirty="0"/>
              <a:t>Полиноиальная модель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dirty="0"/>
              <a:t>Можно ли обойтись линейной моделью?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dirty="0"/>
              <a:t>Эксель включаем</a:t>
            </a: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dirty="0"/>
              <a:t>Но вообще говоря это тяжелое творчество, лучше использовать нелинейные модели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73556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Что тут дела?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dirty="0"/>
              <a:t>Полиноиальная модель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dirty="0"/>
              <a:t>Можно ли обойтись линейной моделью?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dirty="0"/>
              <a:t>Эксель включаем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dirty="0"/>
              <a:t>Кажется что линейный модели плохи, но на самом деле используются очень часто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dirty="0"/>
              <a:t>Они объяснимы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dirty="0"/>
              <a:t>Стабильны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dirty="0"/>
              <a:t>Там где зашумленные данные</a:t>
            </a: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dirty="0"/>
              <a:t>Но вообще говоря это тяжелое творчество, лучше использовать нелинейные модели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722530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Полиномы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815547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Что тут дела?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dirty="0"/>
              <a:t>Полиноиальная модель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dirty="0"/>
              <a:t>Можно ли обойтись линейной моделью?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dirty="0"/>
              <a:t>Эксель включаем</a:t>
            </a: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dirty="0"/>
              <a:t>Но вообще говоря это тяжелое творчество, лучше использовать нелинейные модели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39606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- Как строиться дерево решений поговорим позже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‘</a:t>
            </a:r>
            <a:r>
              <a:rPr lang="ru-RU" dirty="0"/>
              <a:t>это можно решат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как задачу классификации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851874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Как происходит ветвление: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ru-RU" b="0" i="0" dirty="0">
                <a:solidFill>
                  <a:srgbClr val="323232"/>
                </a:solidFill>
                <a:effectLst/>
                <a:latin typeface="__YSText_336c87"/>
              </a:rPr>
              <a:t>На каждом шаге ветвления пытаемся минимизировать некоторую ф-ию качества </a:t>
            </a:r>
            <a:r>
              <a:rPr lang="en-US" b="0" i="0" dirty="0">
                <a:solidFill>
                  <a:srgbClr val="323232"/>
                </a:solidFill>
                <a:effectLst/>
                <a:latin typeface="__YSText_336c87"/>
              </a:rPr>
              <a:t>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ru-RU" b="0" i="0" dirty="0">
                <a:solidFill>
                  <a:srgbClr val="323232"/>
                </a:solidFill>
                <a:effectLst/>
                <a:latin typeface="__YSText_336c87"/>
              </a:rPr>
              <a:t>Идеально когда листы внутри каждого сплита - константны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12541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Ансамбль в чем приемущества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3080766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Дерево решений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34284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Мультиклассовая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бинарная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3892641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840391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- Как строиться дерево решений поговорим позже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‘</a:t>
            </a:r>
            <a:r>
              <a:rPr lang="ru-RU" dirty="0"/>
              <a:t>это можно решат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как задачу классификации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5868324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+ Поиск аномалий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Когда нужно? Когда нет размеченных данных, размечать дорого и долго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82185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Аномалии и новелти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8921820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Аномалии и новелти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7330803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1191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57200" y="1577992"/>
            <a:ext cx="4487400" cy="15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57200" y="3135908"/>
            <a:ext cx="4487400" cy="4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20000" y="2179625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2996550" y="1337825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391925" y="3132175"/>
            <a:ext cx="43602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subTitle" idx="1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ubTitle" idx="2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3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4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_2_1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/>
          <p:nvPr/>
        </p:nvSpPr>
        <p:spPr>
          <a:xfrm>
            <a:off x="-75" y="-10275"/>
            <a:ext cx="9144000" cy="118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1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2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096600"/>
            <a:ext cx="7713600" cy="3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33.png"/><Relationship Id="rId26" Type="http://schemas.openxmlformats.org/officeDocument/2006/relationships/image" Target="../media/image37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41.png"/><Relationship Id="rId42" Type="http://schemas.openxmlformats.org/officeDocument/2006/relationships/image" Target="../media/image45.png"/><Relationship Id="rId47" Type="http://schemas.openxmlformats.org/officeDocument/2006/relationships/customXml" Target="../ink/ink23.xml"/><Relationship Id="rId50" Type="http://schemas.openxmlformats.org/officeDocument/2006/relationships/image" Target="../media/image49.png"/><Relationship Id="rId55" Type="http://schemas.openxmlformats.org/officeDocument/2006/relationships/customXml" Target="../ink/ink27.xml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32.png"/><Relationship Id="rId29" Type="http://schemas.openxmlformats.org/officeDocument/2006/relationships/customXml" Target="../ink/ink14.xml"/><Relationship Id="rId11" Type="http://schemas.openxmlformats.org/officeDocument/2006/relationships/customXml" Target="../ink/ink5.xml"/><Relationship Id="rId24" Type="http://schemas.openxmlformats.org/officeDocument/2006/relationships/image" Target="../media/image36.png"/><Relationship Id="rId32" Type="http://schemas.openxmlformats.org/officeDocument/2006/relationships/image" Target="../media/image40.png"/><Relationship Id="rId37" Type="http://schemas.openxmlformats.org/officeDocument/2006/relationships/customXml" Target="../ink/ink18.xml"/><Relationship Id="rId40" Type="http://schemas.openxmlformats.org/officeDocument/2006/relationships/image" Target="../media/image44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image" Target="../media/image53.png"/><Relationship Id="rId5" Type="http://schemas.openxmlformats.org/officeDocument/2006/relationships/customXml" Target="../ink/ink2.xml"/><Relationship Id="rId19" Type="http://schemas.openxmlformats.org/officeDocument/2006/relationships/customXml" Target="../ink/ink9.xml"/><Relationship Id="rId4" Type="http://schemas.openxmlformats.org/officeDocument/2006/relationships/image" Target="../media/image26.png"/><Relationship Id="rId9" Type="http://schemas.openxmlformats.org/officeDocument/2006/relationships/customXml" Target="../ink/ink4.xml"/><Relationship Id="rId14" Type="http://schemas.openxmlformats.org/officeDocument/2006/relationships/image" Target="../media/image31.png"/><Relationship Id="rId22" Type="http://schemas.openxmlformats.org/officeDocument/2006/relationships/image" Target="../media/image35.png"/><Relationship Id="rId27" Type="http://schemas.openxmlformats.org/officeDocument/2006/relationships/customXml" Target="../ink/ink13.xml"/><Relationship Id="rId30" Type="http://schemas.openxmlformats.org/officeDocument/2006/relationships/image" Target="../media/image39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48.png"/><Relationship Id="rId56" Type="http://schemas.openxmlformats.org/officeDocument/2006/relationships/image" Target="../media/image52.png"/><Relationship Id="rId8" Type="http://schemas.openxmlformats.org/officeDocument/2006/relationships/image" Target="../media/image28.png"/><Relationship Id="rId51" Type="http://schemas.openxmlformats.org/officeDocument/2006/relationships/customXml" Target="../ink/ink25.xml"/><Relationship Id="rId3" Type="http://schemas.openxmlformats.org/officeDocument/2006/relationships/customXml" Target="../ink/ink1.xml"/><Relationship Id="rId12" Type="http://schemas.openxmlformats.org/officeDocument/2006/relationships/image" Target="../media/image30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43.png"/><Relationship Id="rId46" Type="http://schemas.openxmlformats.org/officeDocument/2006/relationships/image" Target="../media/image47.png"/><Relationship Id="rId20" Type="http://schemas.openxmlformats.org/officeDocument/2006/relationships/image" Target="../media/image34.png"/><Relationship Id="rId41" Type="http://schemas.openxmlformats.org/officeDocument/2006/relationships/customXml" Target="../ink/ink20.xml"/><Relationship Id="rId54" Type="http://schemas.openxmlformats.org/officeDocument/2006/relationships/image" Target="../media/image5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38.png"/><Relationship Id="rId36" Type="http://schemas.openxmlformats.org/officeDocument/2006/relationships/image" Target="../media/image42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" Type="http://schemas.openxmlformats.org/officeDocument/2006/relationships/image" Target="../media/image29.png"/><Relationship Id="rId31" Type="http://schemas.openxmlformats.org/officeDocument/2006/relationships/customXml" Target="../ink/ink15.xml"/><Relationship Id="rId44" Type="http://schemas.openxmlformats.org/officeDocument/2006/relationships/image" Target="../media/image46.png"/><Relationship Id="rId52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4.xml"/><Relationship Id="rId18" Type="http://schemas.openxmlformats.org/officeDocument/2006/relationships/image" Target="../media/image33.png"/><Relationship Id="rId26" Type="http://schemas.openxmlformats.org/officeDocument/2006/relationships/image" Target="../media/image37.png"/><Relationship Id="rId39" Type="http://schemas.openxmlformats.org/officeDocument/2006/relationships/customXml" Target="../ink/ink47.xml"/><Relationship Id="rId21" Type="http://schemas.openxmlformats.org/officeDocument/2006/relationships/customXml" Target="../ink/ink38.xml"/><Relationship Id="rId34" Type="http://schemas.openxmlformats.org/officeDocument/2006/relationships/image" Target="../media/image41.png"/><Relationship Id="rId42" Type="http://schemas.openxmlformats.org/officeDocument/2006/relationships/image" Target="../media/image45.png"/><Relationship Id="rId47" Type="http://schemas.openxmlformats.org/officeDocument/2006/relationships/customXml" Target="../ink/ink51.xml"/><Relationship Id="rId50" Type="http://schemas.openxmlformats.org/officeDocument/2006/relationships/image" Target="../media/image49.png"/><Relationship Id="rId55" Type="http://schemas.openxmlformats.org/officeDocument/2006/relationships/customXml" Target="../ink/ink55.xml"/><Relationship Id="rId7" Type="http://schemas.openxmlformats.org/officeDocument/2006/relationships/customXml" Target="../ink/ink31.xml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32.png"/><Relationship Id="rId29" Type="http://schemas.openxmlformats.org/officeDocument/2006/relationships/customXml" Target="../ink/ink42.xml"/><Relationship Id="rId11" Type="http://schemas.openxmlformats.org/officeDocument/2006/relationships/customXml" Target="../ink/ink33.xml"/><Relationship Id="rId24" Type="http://schemas.openxmlformats.org/officeDocument/2006/relationships/image" Target="../media/image36.png"/><Relationship Id="rId32" Type="http://schemas.openxmlformats.org/officeDocument/2006/relationships/image" Target="../media/image40.png"/><Relationship Id="rId37" Type="http://schemas.openxmlformats.org/officeDocument/2006/relationships/customXml" Target="../ink/ink46.xml"/><Relationship Id="rId40" Type="http://schemas.openxmlformats.org/officeDocument/2006/relationships/image" Target="../media/image44.png"/><Relationship Id="rId45" Type="http://schemas.openxmlformats.org/officeDocument/2006/relationships/customXml" Target="../ink/ink50.xml"/><Relationship Id="rId53" Type="http://schemas.openxmlformats.org/officeDocument/2006/relationships/customXml" Target="../ink/ink54.xml"/><Relationship Id="rId58" Type="http://schemas.openxmlformats.org/officeDocument/2006/relationships/image" Target="../media/image53.png"/><Relationship Id="rId5" Type="http://schemas.openxmlformats.org/officeDocument/2006/relationships/customXml" Target="../ink/ink30.xml"/><Relationship Id="rId19" Type="http://schemas.openxmlformats.org/officeDocument/2006/relationships/customXml" Target="../ink/ink37.xml"/><Relationship Id="rId4" Type="http://schemas.openxmlformats.org/officeDocument/2006/relationships/image" Target="../media/image26.png"/><Relationship Id="rId9" Type="http://schemas.openxmlformats.org/officeDocument/2006/relationships/customXml" Target="../ink/ink32.xml"/><Relationship Id="rId14" Type="http://schemas.openxmlformats.org/officeDocument/2006/relationships/image" Target="../media/image31.png"/><Relationship Id="rId22" Type="http://schemas.openxmlformats.org/officeDocument/2006/relationships/image" Target="../media/image35.png"/><Relationship Id="rId27" Type="http://schemas.openxmlformats.org/officeDocument/2006/relationships/customXml" Target="../ink/ink41.xml"/><Relationship Id="rId30" Type="http://schemas.openxmlformats.org/officeDocument/2006/relationships/image" Target="../media/image39.png"/><Relationship Id="rId35" Type="http://schemas.openxmlformats.org/officeDocument/2006/relationships/customXml" Target="../ink/ink45.xml"/><Relationship Id="rId43" Type="http://schemas.openxmlformats.org/officeDocument/2006/relationships/customXml" Target="../ink/ink49.xml"/><Relationship Id="rId48" Type="http://schemas.openxmlformats.org/officeDocument/2006/relationships/image" Target="../media/image48.png"/><Relationship Id="rId56" Type="http://schemas.openxmlformats.org/officeDocument/2006/relationships/image" Target="../media/image52.png"/><Relationship Id="rId8" Type="http://schemas.openxmlformats.org/officeDocument/2006/relationships/image" Target="../media/image28.png"/><Relationship Id="rId51" Type="http://schemas.openxmlformats.org/officeDocument/2006/relationships/customXml" Target="../ink/ink53.xml"/><Relationship Id="rId3" Type="http://schemas.openxmlformats.org/officeDocument/2006/relationships/customXml" Target="../ink/ink29.xml"/><Relationship Id="rId12" Type="http://schemas.openxmlformats.org/officeDocument/2006/relationships/image" Target="../media/image30.png"/><Relationship Id="rId17" Type="http://schemas.openxmlformats.org/officeDocument/2006/relationships/customXml" Target="../ink/ink36.xml"/><Relationship Id="rId25" Type="http://schemas.openxmlformats.org/officeDocument/2006/relationships/customXml" Target="../ink/ink40.xml"/><Relationship Id="rId33" Type="http://schemas.openxmlformats.org/officeDocument/2006/relationships/customXml" Target="../ink/ink44.xml"/><Relationship Id="rId38" Type="http://schemas.openxmlformats.org/officeDocument/2006/relationships/image" Target="../media/image43.png"/><Relationship Id="rId46" Type="http://schemas.openxmlformats.org/officeDocument/2006/relationships/image" Target="../media/image47.png"/><Relationship Id="rId59" Type="http://schemas.openxmlformats.org/officeDocument/2006/relationships/image" Target="../media/image55.png"/><Relationship Id="rId20" Type="http://schemas.openxmlformats.org/officeDocument/2006/relationships/image" Target="../media/image34.png"/><Relationship Id="rId41" Type="http://schemas.openxmlformats.org/officeDocument/2006/relationships/customXml" Target="../ink/ink48.xml"/><Relationship Id="rId54" Type="http://schemas.openxmlformats.org/officeDocument/2006/relationships/image" Target="../media/image5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4.png"/><Relationship Id="rId15" Type="http://schemas.openxmlformats.org/officeDocument/2006/relationships/customXml" Target="../ink/ink35.xml"/><Relationship Id="rId23" Type="http://schemas.openxmlformats.org/officeDocument/2006/relationships/customXml" Target="../ink/ink39.xml"/><Relationship Id="rId28" Type="http://schemas.openxmlformats.org/officeDocument/2006/relationships/image" Target="../media/image38.png"/><Relationship Id="rId36" Type="http://schemas.openxmlformats.org/officeDocument/2006/relationships/image" Target="../media/image42.png"/><Relationship Id="rId49" Type="http://schemas.openxmlformats.org/officeDocument/2006/relationships/customXml" Target="../ink/ink52.xml"/><Relationship Id="rId57" Type="http://schemas.openxmlformats.org/officeDocument/2006/relationships/customXml" Target="../ink/ink56.xml"/><Relationship Id="rId10" Type="http://schemas.openxmlformats.org/officeDocument/2006/relationships/image" Target="../media/image29.png"/><Relationship Id="rId31" Type="http://schemas.openxmlformats.org/officeDocument/2006/relationships/customXml" Target="../ink/ink43.xml"/><Relationship Id="rId44" Type="http://schemas.openxmlformats.org/officeDocument/2006/relationships/image" Target="../media/image46.png"/><Relationship Id="rId52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1.png"/><Relationship Id="rId18" Type="http://schemas.openxmlformats.org/officeDocument/2006/relationships/customXml" Target="../ink/ink64.xml"/><Relationship Id="rId26" Type="http://schemas.openxmlformats.org/officeDocument/2006/relationships/customXml" Target="../ink/ink68.xml"/><Relationship Id="rId3" Type="http://schemas.openxmlformats.org/officeDocument/2006/relationships/image" Target="../media/image56.png"/><Relationship Id="rId21" Type="http://schemas.openxmlformats.org/officeDocument/2006/relationships/image" Target="../media/image65.png"/><Relationship Id="rId7" Type="http://schemas.openxmlformats.org/officeDocument/2006/relationships/image" Target="../media/image58.png"/><Relationship Id="rId12" Type="http://schemas.openxmlformats.org/officeDocument/2006/relationships/customXml" Target="../ink/ink61.xml"/><Relationship Id="rId17" Type="http://schemas.openxmlformats.org/officeDocument/2006/relationships/image" Target="../media/image63.png"/><Relationship Id="rId25" Type="http://schemas.openxmlformats.org/officeDocument/2006/relationships/image" Target="../media/image67.png"/><Relationship Id="rId33" Type="http://schemas.openxmlformats.org/officeDocument/2006/relationships/image" Target="../media/image71.png"/><Relationship Id="rId2" Type="http://schemas.openxmlformats.org/officeDocument/2006/relationships/notesSlide" Target="../notesSlides/notesSlide22.xml"/><Relationship Id="rId16" Type="http://schemas.openxmlformats.org/officeDocument/2006/relationships/customXml" Target="../ink/ink63.xml"/><Relationship Id="rId20" Type="http://schemas.openxmlformats.org/officeDocument/2006/relationships/customXml" Target="../ink/ink65.xml"/><Relationship Id="rId29" Type="http://schemas.openxmlformats.org/officeDocument/2006/relationships/image" Target="../media/image69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58.xml"/><Relationship Id="rId11" Type="http://schemas.openxmlformats.org/officeDocument/2006/relationships/image" Target="../media/image60.png"/><Relationship Id="rId24" Type="http://schemas.openxmlformats.org/officeDocument/2006/relationships/customXml" Target="../ink/ink67.xml"/><Relationship Id="rId32" Type="http://schemas.openxmlformats.org/officeDocument/2006/relationships/customXml" Target="../ink/ink71.xml"/><Relationship Id="rId5" Type="http://schemas.openxmlformats.org/officeDocument/2006/relationships/image" Target="../media/image57.png"/><Relationship Id="rId15" Type="http://schemas.openxmlformats.org/officeDocument/2006/relationships/image" Target="../media/image62.png"/><Relationship Id="rId23" Type="http://schemas.openxmlformats.org/officeDocument/2006/relationships/image" Target="../media/image66.png"/><Relationship Id="rId28" Type="http://schemas.openxmlformats.org/officeDocument/2006/relationships/customXml" Target="../ink/ink69.xml"/><Relationship Id="rId10" Type="http://schemas.openxmlformats.org/officeDocument/2006/relationships/customXml" Target="../ink/ink60.xml"/><Relationship Id="rId19" Type="http://schemas.openxmlformats.org/officeDocument/2006/relationships/image" Target="../media/image64.png"/><Relationship Id="rId31" Type="http://schemas.openxmlformats.org/officeDocument/2006/relationships/image" Target="../media/image70.png"/><Relationship Id="rId4" Type="http://schemas.openxmlformats.org/officeDocument/2006/relationships/customXml" Target="../ink/ink57.xml"/><Relationship Id="rId9" Type="http://schemas.openxmlformats.org/officeDocument/2006/relationships/image" Target="../media/image59.png"/><Relationship Id="rId14" Type="http://schemas.openxmlformats.org/officeDocument/2006/relationships/customXml" Target="../ink/ink62.xml"/><Relationship Id="rId22" Type="http://schemas.openxmlformats.org/officeDocument/2006/relationships/customXml" Target="../ink/ink66.xml"/><Relationship Id="rId27" Type="http://schemas.openxmlformats.org/officeDocument/2006/relationships/image" Target="../media/image68.png"/><Relationship Id="rId30" Type="http://schemas.openxmlformats.org/officeDocument/2006/relationships/customXml" Target="../ink/ink70.xml"/><Relationship Id="rId8" Type="http://schemas.openxmlformats.org/officeDocument/2006/relationships/customXml" Target="../ink/ink5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72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customXml" Target="../ink/ink75.xml"/><Relationship Id="rId3" Type="http://schemas.openxmlformats.org/officeDocument/2006/relationships/customXml" Target="../ink/ink73.xml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74.xml"/><Relationship Id="rId11" Type="http://schemas.openxmlformats.org/officeDocument/2006/relationships/image" Target="../media/image78.png"/><Relationship Id="rId5" Type="http://schemas.openxmlformats.org/officeDocument/2006/relationships/image" Target="../media/image73.png"/><Relationship Id="rId10" Type="http://schemas.openxmlformats.org/officeDocument/2006/relationships/customXml" Target="../ink/ink76.xml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customXml" Target="../ink/ink77.xml"/><Relationship Id="rId7" Type="http://schemas.openxmlformats.org/officeDocument/2006/relationships/customXml" Target="../ink/ink79.xml"/><Relationship Id="rId12" Type="http://schemas.openxmlformats.org/officeDocument/2006/relationships/image" Target="../media/image8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2.png"/><Relationship Id="rId11" Type="http://schemas.openxmlformats.org/officeDocument/2006/relationships/customXml" Target="../ink/ink81.xml"/><Relationship Id="rId5" Type="http://schemas.openxmlformats.org/officeDocument/2006/relationships/customXml" Target="../ink/ink78.xml"/><Relationship Id="rId10" Type="http://schemas.openxmlformats.org/officeDocument/2006/relationships/image" Target="../media/image84.png"/><Relationship Id="rId4" Type="http://schemas.openxmlformats.org/officeDocument/2006/relationships/image" Target="../media/image81.png"/><Relationship Id="rId9" Type="http://schemas.openxmlformats.org/officeDocument/2006/relationships/customXml" Target="../ink/ink8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>
            <a:spLocks noGrp="1"/>
          </p:cNvSpPr>
          <p:nvPr>
            <p:ph type="ctrTitle"/>
          </p:nvPr>
        </p:nvSpPr>
        <p:spPr>
          <a:xfrm>
            <a:off x="457200" y="1577992"/>
            <a:ext cx="4487400" cy="15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Введение в машинное обучение</a:t>
            </a:r>
            <a:endParaRPr dirty="0"/>
          </a:p>
        </p:txBody>
      </p:sp>
      <p:sp>
        <p:nvSpPr>
          <p:cNvPr id="52" name="Google Shape;52;p16"/>
          <p:cNvSpPr txBox="1">
            <a:spLocks noGrp="1"/>
          </p:cNvSpPr>
          <p:nvPr>
            <p:ph type="subTitle" idx="1"/>
          </p:nvPr>
        </p:nvSpPr>
        <p:spPr>
          <a:xfrm>
            <a:off x="502920" y="3566438"/>
            <a:ext cx="4487400" cy="4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Семен Косяченко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5198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5" y="34959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Кто говорит</a:t>
            </a:r>
            <a:endParaRPr dirty="0"/>
          </a:p>
        </p:txBody>
      </p:sp>
      <p:pic>
        <p:nvPicPr>
          <p:cNvPr id="2" name="Рисунок 5">
            <a:extLst>
              <a:ext uri="{FF2B5EF4-FFF2-40B4-BE49-F238E27FC236}">
                <a16:creationId xmlns:a16="http://schemas.microsoft.com/office/drawing/2014/main" id="{975CDF03-091B-A528-0175-6019740A063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113" y="1489993"/>
            <a:ext cx="2118830" cy="213728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7C456B-0691-A732-F105-C9B45F20A14D}"/>
              </a:ext>
            </a:extLst>
          </p:cNvPr>
          <p:cNvSpPr txBox="1"/>
          <p:nvPr/>
        </p:nvSpPr>
        <p:spPr>
          <a:xfrm>
            <a:off x="299849" y="3808217"/>
            <a:ext cx="467650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Семен </a:t>
            </a:r>
            <a:r>
              <a:rPr lang="ru-RU" dirty="0" err="1">
                <a:solidFill>
                  <a:schemeClr val="bg1"/>
                </a:solidFill>
              </a:rPr>
              <a:t>Косяченко</a:t>
            </a:r>
            <a:r>
              <a:rPr lang="ru-RU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ru-RU" dirty="0">
                <a:solidFill>
                  <a:schemeClr val="bg1"/>
                </a:solidFill>
              </a:rPr>
              <a:t>к.т.н.</a:t>
            </a:r>
          </a:p>
          <a:p>
            <a:pPr algn="ctr"/>
            <a:r>
              <a:rPr lang="ru-RU" i="1" dirty="0">
                <a:solidFill>
                  <a:schemeClr val="bg1"/>
                </a:solidFill>
              </a:rPr>
              <a:t>Руководитель отдела анализа данных и исследований</a:t>
            </a:r>
          </a:p>
        </p:txBody>
      </p:sp>
      <p:sp>
        <p:nvSpPr>
          <p:cNvPr id="6" name="Прямоугольник 1">
            <a:extLst>
              <a:ext uri="{FF2B5EF4-FFF2-40B4-BE49-F238E27FC236}">
                <a16:creationId xmlns:a16="http://schemas.microsoft.com/office/drawing/2014/main" id="{BD1242B0-039F-FFBF-8943-24A6A148EB30}"/>
              </a:ext>
            </a:extLst>
          </p:cNvPr>
          <p:cNvSpPr/>
          <p:nvPr/>
        </p:nvSpPr>
        <p:spPr>
          <a:xfrm>
            <a:off x="4976350" y="1167017"/>
            <a:ext cx="3908113" cy="41139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lang="ru-RU" sz="1400" b="1" u="sng" dirty="0">
                <a:solidFill>
                  <a:schemeClr val="bg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Опыт</a:t>
            </a:r>
            <a:r>
              <a:rPr lang="ru-RU" sz="1400" b="1" dirty="0">
                <a:solidFill>
                  <a:schemeClr val="bg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spcBef>
                <a:spcPts val="200"/>
              </a:spcBef>
            </a:pPr>
            <a:endParaRPr lang="ru-RU" sz="1400" b="1" dirty="0">
              <a:solidFill>
                <a:schemeClr val="bg1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</a:pPr>
            <a:r>
              <a:rPr lang="ru-RU" dirty="0">
                <a:solidFill>
                  <a:schemeClr val="bg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Наука</a:t>
            </a:r>
            <a:endParaRPr lang="ru-RU" sz="1400" dirty="0">
              <a:solidFill>
                <a:schemeClr val="bg1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</a:pPr>
            <a:r>
              <a:rPr lang="ru-RU" sz="1400" dirty="0">
                <a:solidFill>
                  <a:schemeClr val="bg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Маркетинг</a:t>
            </a:r>
          </a:p>
          <a:p>
            <a:pPr marL="457200" indent="-4572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Максимальный охват</a:t>
            </a:r>
            <a:r>
              <a:rPr lang="en-US" sz="1400" dirty="0">
                <a:solidFill>
                  <a:schemeClr val="bg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/ Gazprom Media</a:t>
            </a:r>
            <a:endParaRPr lang="ru-RU" sz="1400" dirty="0">
              <a:solidFill>
                <a:schemeClr val="bg1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Рекомендательные системы</a:t>
            </a:r>
            <a:r>
              <a:rPr lang="en-US" sz="1400" dirty="0">
                <a:solidFill>
                  <a:schemeClr val="bg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/ News360</a:t>
            </a:r>
            <a:endParaRPr lang="ru-RU" sz="1400" dirty="0">
              <a:solidFill>
                <a:schemeClr val="bg1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Прогнозирование оттока </a:t>
            </a:r>
            <a:r>
              <a:rPr lang="en-US" sz="1400" dirty="0">
                <a:solidFill>
                  <a:schemeClr val="bg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1400" dirty="0" err="1">
                <a:solidFill>
                  <a:schemeClr val="bg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Lanit</a:t>
            </a:r>
            <a:endParaRPr lang="ru-RU" sz="1400" dirty="0">
              <a:solidFill>
                <a:schemeClr val="bg1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200"/>
              </a:spcBef>
              <a:buFont typeface="Arial" panose="020B0604020202020204" pitchFamily="34" charset="0"/>
              <a:buChar char="•"/>
            </a:pPr>
            <a:endParaRPr lang="ru-RU" sz="1400" dirty="0">
              <a:solidFill>
                <a:schemeClr val="bg1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</a:pPr>
            <a:r>
              <a:rPr lang="ru-RU" sz="1400" dirty="0">
                <a:solidFill>
                  <a:schemeClr val="bg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Промышленность</a:t>
            </a:r>
            <a:r>
              <a:rPr lang="en-US" sz="1400" dirty="0">
                <a:solidFill>
                  <a:schemeClr val="bg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ru-RU" sz="1400" dirty="0">
                <a:solidFill>
                  <a:schemeClr val="bg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Цифровая Индустриальная платформа</a:t>
            </a:r>
          </a:p>
          <a:p>
            <a:pPr marL="457200" indent="-4572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ML/DL</a:t>
            </a:r>
          </a:p>
          <a:p>
            <a:pPr marL="457200" indent="-4572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Имитационное моделирование</a:t>
            </a:r>
          </a:p>
          <a:p>
            <a:pPr marL="457200" indent="-4572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Задачи оптимизации большой размерности</a:t>
            </a:r>
            <a:r>
              <a:rPr lang="en-US" sz="1400" dirty="0">
                <a:solidFill>
                  <a:schemeClr val="bg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(MILP, QP)</a:t>
            </a:r>
            <a:endParaRPr lang="ru-RU" sz="1400" dirty="0">
              <a:solidFill>
                <a:schemeClr val="bg1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200"/>
              </a:spcBef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</a:pPr>
            <a:r>
              <a:rPr lang="ru-RU" sz="1400" dirty="0">
                <a:solidFill>
                  <a:schemeClr val="bg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Оптимизация цепочек поставок </a:t>
            </a:r>
            <a:r>
              <a:rPr lang="en-US" sz="1400" dirty="0">
                <a:solidFill>
                  <a:schemeClr val="bg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/ Ozon</a:t>
            </a:r>
            <a:r>
              <a:rPr lang="ru-RU" sz="1400" dirty="0">
                <a:solidFill>
                  <a:schemeClr val="bg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spcBef>
                <a:spcPts val="200"/>
              </a:spcBef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587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5" y="34959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Чего мы хотим?</a:t>
            </a:r>
            <a:endParaRPr dirty="0"/>
          </a:p>
        </p:txBody>
      </p:sp>
      <p:grpSp>
        <p:nvGrpSpPr>
          <p:cNvPr id="7" name="Google Shape;788;p28">
            <a:extLst>
              <a:ext uri="{FF2B5EF4-FFF2-40B4-BE49-F238E27FC236}">
                <a16:creationId xmlns:a16="http://schemas.microsoft.com/office/drawing/2014/main" id="{DC0B653B-FC86-07DE-B456-4AA1B34BEBE9}"/>
              </a:ext>
            </a:extLst>
          </p:cNvPr>
          <p:cNvGrpSpPr/>
          <p:nvPr/>
        </p:nvGrpSpPr>
        <p:grpSpPr>
          <a:xfrm>
            <a:off x="2207112" y="1661874"/>
            <a:ext cx="291890" cy="291890"/>
            <a:chOff x="1492675" y="4992125"/>
            <a:chExt cx="481825" cy="481825"/>
          </a:xfrm>
        </p:grpSpPr>
        <p:sp>
          <p:nvSpPr>
            <p:cNvPr id="8" name="Google Shape;789;p28">
              <a:extLst>
                <a:ext uri="{FF2B5EF4-FFF2-40B4-BE49-F238E27FC236}">
                  <a16:creationId xmlns:a16="http://schemas.microsoft.com/office/drawing/2014/main" id="{53323A29-8CC7-2376-A47D-09AA2A0E39D5}"/>
                </a:ext>
              </a:extLst>
            </p:cNvPr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435D74"/>
                </a:solidFill>
              </a:endParaRPr>
            </a:p>
          </p:txBody>
        </p:sp>
        <p:sp>
          <p:nvSpPr>
            <p:cNvPr id="9" name="Google Shape;790;p28">
              <a:extLst>
                <a:ext uri="{FF2B5EF4-FFF2-40B4-BE49-F238E27FC236}">
                  <a16:creationId xmlns:a16="http://schemas.microsoft.com/office/drawing/2014/main" id="{37038A34-C9C7-E5E8-9E34-2C8E94691855}"/>
                </a:ext>
              </a:extLst>
            </p:cNvPr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AD67087-84CE-26FD-ED84-08A9F4EE03BB}"/>
              </a:ext>
            </a:extLst>
          </p:cNvPr>
          <p:cNvSpPr txBox="1"/>
          <p:nvPr/>
        </p:nvSpPr>
        <p:spPr>
          <a:xfrm>
            <a:off x="2545080" y="1658977"/>
            <a:ext cx="4572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Хотим иметь кругозор для работы с DS специалистами (ML/DL/AI инженеры)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Хотим общаться с ML специалистами на одном языке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Понимать что происходит в системе, кот включает в себя ML сервисы</a:t>
            </a:r>
            <a:br>
              <a:rPr lang="ru-RU" sz="1400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ru-RU" sz="1400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ru-RU" sz="1400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Реагировать на изменения в ML проекта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Уметь тестировать </a:t>
            </a:r>
            <a:r>
              <a:rPr lang="en-US" sz="1400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ML </a:t>
            </a:r>
            <a:r>
              <a:rPr lang="ru-RU" sz="1400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системы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r>
              <a:rPr lang="ru-RU" sz="1400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Эффективно работать с коллекци</a:t>
            </a:r>
            <a:r>
              <a:rPr lang="ru-RU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ями в </a:t>
            </a:r>
            <a:r>
              <a:rPr lang="en-US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python</a:t>
            </a:r>
            <a:endParaRPr lang="en-US" sz="1400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2" name="Google Shape;788;p28">
            <a:extLst>
              <a:ext uri="{FF2B5EF4-FFF2-40B4-BE49-F238E27FC236}">
                <a16:creationId xmlns:a16="http://schemas.microsoft.com/office/drawing/2014/main" id="{3E4FD474-3735-6567-40D3-4D05CA99C7D8}"/>
              </a:ext>
            </a:extLst>
          </p:cNvPr>
          <p:cNvGrpSpPr/>
          <p:nvPr/>
        </p:nvGrpSpPr>
        <p:grpSpPr>
          <a:xfrm>
            <a:off x="2224892" y="2880932"/>
            <a:ext cx="291890" cy="291890"/>
            <a:chOff x="1492675" y="4992125"/>
            <a:chExt cx="481825" cy="481825"/>
          </a:xfrm>
        </p:grpSpPr>
        <p:sp>
          <p:nvSpPr>
            <p:cNvPr id="13" name="Google Shape;789;p28">
              <a:extLst>
                <a:ext uri="{FF2B5EF4-FFF2-40B4-BE49-F238E27FC236}">
                  <a16:creationId xmlns:a16="http://schemas.microsoft.com/office/drawing/2014/main" id="{1F24A520-3038-2DD2-D081-E54BD5A3103A}"/>
                </a:ext>
              </a:extLst>
            </p:cNvPr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" name="Google Shape;790;p28">
              <a:extLst>
                <a:ext uri="{FF2B5EF4-FFF2-40B4-BE49-F238E27FC236}">
                  <a16:creationId xmlns:a16="http://schemas.microsoft.com/office/drawing/2014/main" id="{07CA0BFF-8690-9863-35E0-4174FD0471F6}"/>
                </a:ext>
              </a:extLst>
            </p:cNvPr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5" name="Google Shape;788;p28">
            <a:extLst>
              <a:ext uri="{FF2B5EF4-FFF2-40B4-BE49-F238E27FC236}">
                <a16:creationId xmlns:a16="http://schemas.microsoft.com/office/drawing/2014/main" id="{F3259EAB-46B4-94C6-35B8-FAA0EE877A6B}"/>
              </a:ext>
            </a:extLst>
          </p:cNvPr>
          <p:cNvGrpSpPr/>
          <p:nvPr/>
        </p:nvGrpSpPr>
        <p:grpSpPr>
          <a:xfrm>
            <a:off x="2224892" y="3384905"/>
            <a:ext cx="291890" cy="291890"/>
            <a:chOff x="1492675" y="4992125"/>
            <a:chExt cx="481825" cy="481825"/>
          </a:xfrm>
        </p:grpSpPr>
        <p:sp>
          <p:nvSpPr>
            <p:cNvPr id="16" name="Google Shape;789;p28">
              <a:extLst>
                <a:ext uri="{FF2B5EF4-FFF2-40B4-BE49-F238E27FC236}">
                  <a16:creationId xmlns:a16="http://schemas.microsoft.com/office/drawing/2014/main" id="{3E3C1778-A4C0-2706-2938-BA61638900A1}"/>
                </a:ext>
              </a:extLst>
            </p:cNvPr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" name="Google Shape;790;p28">
              <a:extLst>
                <a:ext uri="{FF2B5EF4-FFF2-40B4-BE49-F238E27FC236}">
                  <a16:creationId xmlns:a16="http://schemas.microsoft.com/office/drawing/2014/main" id="{479A3826-CA1E-243A-08ED-7BC80079A2C2}"/>
                </a:ext>
              </a:extLst>
            </p:cNvPr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8" name="Google Shape;788;p28">
            <a:extLst>
              <a:ext uri="{FF2B5EF4-FFF2-40B4-BE49-F238E27FC236}">
                <a16:creationId xmlns:a16="http://schemas.microsoft.com/office/drawing/2014/main" id="{F76DF6ED-D9E9-7027-359A-C34CDAC06517}"/>
              </a:ext>
            </a:extLst>
          </p:cNvPr>
          <p:cNvGrpSpPr/>
          <p:nvPr/>
        </p:nvGrpSpPr>
        <p:grpSpPr>
          <a:xfrm>
            <a:off x="2207112" y="3841113"/>
            <a:ext cx="291890" cy="291890"/>
            <a:chOff x="1492675" y="4992125"/>
            <a:chExt cx="481825" cy="481825"/>
          </a:xfrm>
        </p:grpSpPr>
        <p:sp>
          <p:nvSpPr>
            <p:cNvPr id="19" name="Google Shape;789;p28">
              <a:extLst>
                <a:ext uri="{FF2B5EF4-FFF2-40B4-BE49-F238E27FC236}">
                  <a16:creationId xmlns:a16="http://schemas.microsoft.com/office/drawing/2014/main" id="{01A1115E-6902-CBE7-C1CA-8F1B386ADDD4}"/>
                </a:ext>
              </a:extLst>
            </p:cNvPr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" name="Google Shape;790;p28">
              <a:extLst>
                <a:ext uri="{FF2B5EF4-FFF2-40B4-BE49-F238E27FC236}">
                  <a16:creationId xmlns:a16="http://schemas.microsoft.com/office/drawing/2014/main" id="{4805A1CD-E578-3C0A-CB71-B4A82B48EC6E}"/>
                </a:ext>
              </a:extLst>
            </p:cNvPr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1" name="Google Shape;788;p28">
            <a:extLst>
              <a:ext uri="{FF2B5EF4-FFF2-40B4-BE49-F238E27FC236}">
                <a16:creationId xmlns:a16="http://schemas.microsoft.com/office/drawing/2014/main" id="{D97CB4A4-2ADA-93A3-E4E8-81B8BA82984F}"/>
              </a:ext>
            </a:extLst>
          </p:cNvPr>
          <p:cNvGrpSpPr/>
          <p:nvPr/>
        </p:nvGrpSpPr>
        <p:grpSpPr>
          <a:xfrm>
            <a:off x="2196594" y="2332883"/>
            <a:ext cx="291890" cy="291890"/>
            <a:chOff x="1492675" y="4992125"/>
            <a:chExt cx="481825" cy="481825"/>
          </a:xfrm>
        </p:grpSpPr>
        <p:sp>
          <p:nvSpPr>
            <p:cNvPr id="22" name="Google Shape;789;p28">
              <a:extLst>
                <a:ext uri="{FF2B5EF4-FFF2-40B4-BE49-F238E27FC236}">
                  <a16:creationId xmlns:a16="http://schemas.microsoft.com/office/drawing/2014/main" id="{7CAFC7B6-AB9C-1DC5-68EF-A923A9BB09AC}"/>
                </a:ext>
              </a:extLst>
            </p:cNvPr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435D74"/>
                </a:solidFill>
              </a:endParaRPr>
            </a:p>
          </p:txBody>
        </p:sp>
        <p:sp>
          <p:nvSpPr>
            <p:cNvPr id="23" name="Google Shape;790;p28">
              <a:extLst>
                <a:ext uri="{FF2B5EF4-FFF2-40B4-BE49-F238E27FC236}">
                  <a16:creationId xmlns:a16="http://schemas.microsoft.com/office/drawing/2014/main" id="{94ABACAF-0A4A-0931-D99D-D6BBC68F115C}"/>
                </a:ext>
              </a:extLst>
            </p:cNvPr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4" name="Google Shape;788;p28">
            <a:extLst>
              <a:ext uri="{FF2B5EF4-FFF2-40B4-BE49-F238E27FC236}">
                <a16:creationId xmlns:a16="http://schemas.microsoft.com/office/drawing/2014/main" id="{F5337C7A-E3A5-265F-4BD2-39F4627BFD5D}"/>
              </a:ext>
            </a:extLst>
          </p:cNvPr>
          <p:cNvGrpSpPr/>
          <p:nvPr/>
        </p:nvGrpSpPr>
        <p:grpSpPr>
          <a:xfrm>
            <a:off x="2207112" y="4255488"/>
            <a:ext cx="291890" cy="291890"/>
            <a:chOff x="1492675" y="4992125"/>
            <a:chExt cx="481825" cy="481825"/>
          </a:xfrm>
        </p:grpSpPr>
        <p:sp>
          <p:nvSpPr>
            <p:cNvPr id="25" name="Google Shape;789;p28">
              <a:extLst>
                <a:ext uri="{FF2B5EF4-FFF2-40B4-BE49-F238E27FC236}">
                  <a16:creationId xmlns:a16="http://schemas.microsoft.com/office/drawing/2014/main" id="{92B1630A-7B42-C79C-55D4-7E1286EA27FB}"/>
                </a:ext>
              </a:extLst>
            </p:cNvPr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" name="Google Shape;790;p28">
              <a:extLst>
                <a:ext uri="{FF2B5EF4-FFF2-40B4-BE49-F238E27FC236}">
                  <a16:creationId xmlns:a16="http://schemas.microsoft.com/office/drawing/2014/main" id="{079A2C72-2BCB-3834-1521-56B14B1F6594}"/>
                </a:ext>
              </a:extLst>
            </p:cNvPr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93908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5" y="34959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Как будем оценивать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6E1CE0-EFE5-ABD3-C359-D90D34EF2E21}"/>
              </a:ext>
            </a:extLst>
          </p:cNvPr>
          <p:cNvSpPr txBox="1"/>
          <p:nvPr/>
        </p:nvSpPr>
        <p:spPr>
          <a:xfrm>
            <a:off x="2206304" y="2202418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6 домашних заданий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lt1"/>
                </a:solidFill>
                <a:latin typeface="Inter"/>
                <a:sym typeface="Inter"/>
              </a:rPr>
              <a:t>Каждое оценивается от 0% до 100%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solidFill>
                <a:schemeClr val="lt1"/>
              </a:solidFill>
              <a:latin typeface="Inter"/>
              <a:sym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lt1"/>
                </a:solidFill>
                <a:latin typeface="Inter"/>
                <a:sym typeface="Inter"/>
              </a:rPr>
              <a:t>Суммарно надо набрать не менее 7</a:t>
            </a:r>
            <a:r>
              <a:rPr lang="en-US" dirty="0">
                <a:solidFill>
                  <a:schemeClr val="lt1"/>
                </a:solidFill>
                <a:latin typeface="Inter"/>
                <a:sym typeface="Inter"/>
              </a:rPr>
              <a:t>0%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695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5" y="34959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Что делают </a:t>
            </a:r>
            <a:r>
              <a:rPr lang="en-US" dirty="0"/>
              <a:t>ML </a:t>
            </a:r>
            <a:r>
              <a:rPr lang="ru-RU" dirty="0"/>
              <a:t>модели</a:t>
            </a:r>
            <a:endParaRPr dirty="0"/>
          </a:p>
        </p:txBody>
      </p:sp>
      <p:pic>
        <p:nvPicPr>
          <p:cNvPr id="3074" name="Picture 2" descr="blog.revolutionanalytics...">
            <a:extLst>
              <a:ext uri="{FF2B5EF4-FFF2-40B4-BE49-F238E27FC236}">
                <a16:creationId xmlns:a16="http://schemas.microsoft.com/office/drawing/2014/main" id="{1A783664-69FB-E1FD-9943-EC5633071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399" y="1370574"/>
            <a:ext cx="5966261" cy="3570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E116C41-284E-FF47-A220-6E00C2148E10}"/>
              </a:ext>
            </a:extLst>
          </p:cNvPr>
          <p:cNvCxnSpPr>
            <a:cxnSpLocks/>
          </p:cNvCxnSpPr>
          <p:nvPr/>
        </p:nvCxnSpPr>
        <p:spPr>
          <a:xfrm>
            <a:off x="2402840" y="2346960"/>
            <a:ext cx="3881120" cy="15341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4439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5" y="34959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Что решают </a:t>
            </a:r>
            <a:r>
              <a:rPr lang="en-US" dirty="0"/>
              <a:t>DL </a:t>
            </a:r>
            <a:r>
              <a:rPr lang="ru-RU" dirty="0"/>
              <a:t>модели</a:t>
            </a:r>
            <a:endParaRPr dirty="0"/>
          </a:p>
        </p:txBody>
      </p:sp>
      <p:pic>
        <p:nvPicPr>
          <p:cNvPr id="4098" name="Picture 2" descr="Neural network diagram — Science Learning Hub">
            <a:extLst>
              <a:ext uri="{FF2B5EF4-FFF2-40B4-BE49-F238E27FC236}">
                <a16:creationId xmlns:a16="http://schemas.microsoft.com/office/drawing/2014/main" id="{7CE617A9-CDC4-B127-7214-8AD2ECA38E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446208"/>
            <a:ext cx="4992688" cy="3448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6185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5" y="34959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Роли</a:t>
            </a:r>
            <a:endParaRPr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E56B946-99B5-7A96-C1B2-095F1E5240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925" y="1190891"/>
            <a:ext cx="7025640" cy="3952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833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5" y="34959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Роли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650746-647C-E2FD-D802-BE949D6C20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240" y="349598"/>
            <a:ext cx="5842000" cy="4755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0994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5" y="34959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Что такое обучение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60E88B-A049-B24A-A992-879FD6ADF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680" y="1296446"/>
            <a:ext cx="5216746" cy="3608294"/>
          </a:xfrm>
          <a:prstGeom prst="rect">
            <a:avLst/>
          </a:prstGeom>
        </p:spPr>
      </p:pic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265AF825-6540-1D42-3FF3-1C87047A2DD6}"/>
              </a:ext>
            </a:extLst>
          </p:cNvPr>
          <p:cNvSpPr/>
          <p:nvPr/>
        </p:nvSpPr>
        <p:spPr>
          <a:xfrm>
            <a:off x="6237826" y="1518920"/>
            <a:ext cx="2854960" cy="1833880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0" i="0" dirty="0">
                <a:solidFill>
                  <a:srgbClr val="3D4144"/>
                </a:solidFill>
                <a:effectLst/>
                <a:latin typeface="-apple-system"/>
              </a:rPr>
              <a:t>Искусственный интеллект - это способ заставить компьютер решить определенную задачу без описания явного алгоритма решения задачи через имитацию естественных и биологических процессов..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56479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5" y="34959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Какие проблемы решает </a:t>
            </a:r>
            <a:r>
              <a:rPr lang="en-US" dirty="0"/>
              <a:t>ML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57593D8-D4E8-F7C3-5DD2-B4A15B456313}"/>
              </a:ext>
            </a:extLst>
          </p:cNvPr>
          <p:cNvGraphicFramePr>
            <a:graphicFrameLocks noGrp="1"/>
          </p:cNvGraphicFramePr>
          <p:nvPr/>
        </p:nvGraphicFramePr>
        <p:xfrm>
          <a:off x="1068388" y="2794000"/>
          <a:ext cx="7046912" cy="304800"/>
        </p:xfrm>
        <a:graphic>
          <a:graphicData uri="http://schemas.openxmlformats.org/drawingml/2006/table">
            <a:tbl>
              <a:tblPr/>
              <a:tblGrid>
                <a:gridCol w="7046912">
                  <a:extLst>
                    <a:ext uri="{9D8B030D-6E8A-4147-A177-3AD203B41FA5}">
                      <a16:colId xmlns:a16="http://schemas.microsoft.com/office/drawing/2014/main" val="35345331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188315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DC414C-69BF-BBF6-90F0-8797B037D129}"/>
              </a:ext>
            </a:extLst>
          </p:cNvPr>
          <p:cNvGraphicFramePr>
            <a:graphicFrameLocks noGrp="1"/>
          </p:cNvGraphicFramePr>
          <p:nvPr/>
        </p:nvGraphicFramePr>
        <p:xfrm>
          <a:off x="1068388" y="2794000"/>
          <a:ext cx="7046912" cy="304800"/>
        </p:xfrm>
        <a:graphic>
          <a:graphicData uri="http://schemas.openxmlformats.org/drawingml/2006/table">
            <a:tbl>
              <a:tblPr/>
              <a:tblGrid>
                <a:gridCol w="7046912">
                  <a:extLst>
                    <a:ext uri="{9D8B030D-6E8A-4147-A177-3AD203B41FA5}">
                      <a16:colId xmlns:a16="http://schemas.microsoft.com/office/drawing/2014/main" val="42541947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dirty="0"/>
                        <a:t>Ошибки диагностики; выбор оптимального лечения; прогнозирование рисков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22848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DFEC84F-37DE-8A05-CF89-F8ACFE62AE5C}"/>
              </a:ext>
            </a:extLst>
          </p:cNvPr>
          <p:cNvGraphicFramePr>
            <a:graphicFrameLocks noGrp="1"/>
          </p:cNvGraphicFramePr>
          <p:nvPr/>
        </p:nvGraphicFramePr>
        <p:xfrm>
          <a:off x="1068388" y="2794000"/>
          <a:ext cx="7046912" cy="304800"/>
        </p:xfrm>
        <a:graphic>
          <a:graphicData uri="http://schemas.openxmlformats.org/drawingml/2006/table">
            <a:tbl>
              <a:tblPr/>
              <a:tblGrid>
                <a:gridCol w="7046912">
                  <a:extLst>
                    <a:ext uri="{9D8B030D-6E8A-4147-A177-3AD203B41FA5}">
                      <a16:colId xmlns:a16="http://schemas.microsoft.com/office/drawing/2014/main" val="32892419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76506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EFD5AE1-517C-340A-398A-EC004B94EAC9}"/>
              </a:ext>
            </a:extLst>
          </p:cNvPr>
          <p:cNvGraphicFramePr>
            <a:graphicFrameLocks noGrp="1"/>
          </p:cNvGraphicFramePr>
          <p:nvPr/>
        </p:nvGraphicFramePr>
        <p:xfrm>
          <a:off x="1068388" y="2794000"/>
          <a:ext cx="7046912" cy="304800"/>
        </p:xfrm>
        <a:graphic>
          <a:graphicData uri="http://schemas.openxmlformats.org/drawingml/2006/table">
            <a:tbl>
              <a:tblPr/>
              <a:tblGrid>
                <a:gridCol w="7046912">
                  <a:extLst>
                    <a:ext uri="{9D8B030D-6E8A-4147-A177-3AD203B41FA5}">
                      <a16:colId xmlns:a16="http://schemas.microsoft.com/office/drawing/2014/main" val="16209970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310079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7B6944B-35A0-6EC2-6E83-25CF1182043A}"/>
              </a:ext>
            </a:extLst>
          </p:cNvPr>
          <p:cNvGraphicFramePr>
            <a:graphicFrameLocks noGrp="1"/>
          </p:cNvGraphicFramePr>
          <p:nvPr/>
        </p:nvGraphicFramePr>
        <p:xfrm>
          <a:off x="1068388" y="2687320"/>
          <a:ext cx="7046912" cy="518160"/>
        </p:xfrm>
        <a:graphic>
          <a:graphicData uri="http://schemas.openxmlformats.org/drawingml/2006/table">
            <a:tbl>
              <a:tblPr/>
              <a:tblGrid>
                <a:gridCol w="7046912">
                  <a:extLst>
                    <a:ext uri="{9D8B030D-6E8A-4147-A177-3AD203B41FA5}">
                      <a16:colId xmlns:a16="http://schemas.microsoft.com/office/drawing/2014/main" val="542517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dirty="0"/>
                        <a:t>Мошенничество; оценка кредитоспособности; анализ больших объёмов транзакций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723741"/>
                  </a:ext>
                </a:extLst>
              </a:tr>
            </a:tbl>
          </a:graphicData>
        </a:graphic>
      </p:graphicFrame>
      <p:pic>
        <p:nvPicPr>
          <p:cNvPr id="5122" name="Picture 2" descr="Machine Learning Applications template for PowerPoint &amp; Google Slides">
            <a:extLst>
              <a:ext uri="{FF2B5EF4-FFF2-40B4-BE49-F238E27FC236}">
                <a16:creationId xmlns:a16="http://schemas.microsoft.com/office/drawing/2014/main" id="{54FA0D28-8800-E273-2F05-7080FB681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1744" y="1219993"/>
            <a:ext cx="6680200" cy="3757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8545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5" y="34959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Какие проблемы решает </a:t>
            </a:r>
            <a:r>
              <a:rPr lang="en-US" dirty="0"/>
              <a:t>ML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57593D8-D4E8-F7C3-5DD2-B4A15B456313}"/>
              </a:ext>
            </a:extLst>
          </p:cNvPr>
          <p:cNvGraphicFramePr>
            <a:graphicFrameLocks noGrp="1"/>
          </p:cNvGraphicFramePr>
          <p:nvPr/>
        </p:nvGraphicFramePr>
        <p:xfrm>
          <a:off x="1068388" y="2794000"/>
          <a:ext cx="7046912" cy="304800"/>
        </p:xfrm>
        <a:graphic>
          <a:graphicData uri="http://schemas.openxmlformats.org/drawingml/2006/table">
            <a:tbl>
              <a:tblPr/>
              <a:tblGrid>
                <a:gridCol w="7046912">
                  <a:extLst>
                    <a:ext uri="{9D8B030D-6E8A-4147-A177-3AD203B41FA5}">
                      <a16:colId xmlns:a16="http://schemas.microsoft.com/office/drawing/2014/main" val="35345331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188315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DC414C-69BF-BBF6-90F0-8797B037D129}"/>
              </a:ext>
            </a:extLst>
          </p:cNvPr>
          <p:cNvGraphicFramePr>
            <a:graphicFrameLocks noGrp="1"/>
          </p:cNvGraphicFramePr>
          <p:nvPr/>
        </p:nvGraphicFramePr>
        <p:xfrm>
          <a:off x="1068388" y="2794000"/>
          <a:ext cx="7046912" cy="304800"/>
        </p:xfrm>
        <a:graphic>
          <a:graphicData uri="http://schemas.openxmlformats.org/drawingml/2006/table">
            <a:tbl>
              <a:tblPr/>
              <a:tblGrid>
                <a:gridCol w="7046912">
                  <a:extLst>
                    <a:ext uri="{9D8B030D-6E8A-4147-A177-3AD203B41FA5}">
                      <a16:colId xmlns:a16="http://schemas.microsoft.com/office/drawing/2014/main" val="42541947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dirty="0"/>
                        <a:t>Ошибки диагностики; выбор оптимального лечения; прогнозирование рисков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22848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DFEC84F-37DE-8A05-CF89-F8ACFE62AE5C}"/>
              </a:ext>
            </a:extLst>
          </p:cNvPr>
          <p:cNvGraphicFramePr>
            <a:graphicFrameLocks noGrp="1"/>
          </p:cNvGraphicFramePr>
          <p:nvPr/>
        </p:nvGraphicFramePr>
        <p:xfrm>
          <a:off x="1068388" y="2794000"/>
          <a:ext cx="7046912" cy="304800"/>
        </p:xfrm>
        <a:graphic>
          <a:graphicData uri="http://schemas.openxmlformats.org/drawingml/2006/table">
            <a:tbl>
              <a:tblPr/>
              <a:tblGrid>
                <a:gridCol w="7046912">
                  <a:extLst>
                    <a:ext uri="{9D8B030D-6E8A-4147-A177-3AD203B41FA5}">
                      <a16:colId xmlns:a16="http://schemas.microsoft.com/office/drawing/2014/main" val="32892419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76506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EFD5AE1-517C-340A-398A-EC004B94EAC9}"/>
              </a:ext>
            </a:extLst>
          </p:cNvPr>
          <p:cNvGraphicFramePr>
            <a:graphicFrameLocks noGrp="1"/>
          </p:cNvGraphicFramePr>
          <p:nvPr/>
        </p:nvGraphicFramePr>
        <p:xfrm>
          <a:off x="1068388" y="2794000"/>
          <a:ext cx="7046912" cy="304800"/>
        </p:xfrm>
        <a:graphic>
          <a:graphicData uri="http://schemas.openxmlformats.org/drawingml/2006/table">
            <a:tbl>
              <a:tblPr/>
              <a:tblGrid>
                <a:gridCol w="7046912">
                  <a:extLst>
                    <a:ext uri="{9D8B030D-6E8A-4147-A177-3AD203B41FA5}">
                      <a16:colId xmlns:a16="http://schemas.microsoft.com/office/drawing/2014/main" val="16209970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3100793"/>
                  </a:ext>
                </a:extLst>
              </a:tr>
            </a:tbl>
          </a:graphicData>
        </a:graphic>
      </p:graphicFrame>
      <p:pic>
        <p:nvPicPr>
          <p:cNvPr id="2" name="Рисунок 4">
            <a:extLst>
              <a:ext uri="{FF2B5EF4-FFF2-40B4-BE49-F238E27FC236}">
                <a16:creationId xmlns:a16="http://schemas.microsoft.com/office/drawing/2014/main" id="{F4C30696-ECDA-2041-B971-1FB974FC8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07" y="1276350"/>
            <a:ext cx="3077036" cy="3756660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EE53C52-BC93-2F44-19CE-297FC44D058F}"/>
              </a:ext>
            </a:extLst>
          </p:cNvPr>
          <p:cNvGraphicFramePr>
            <a:graphicFrameLocks noGrp="1"/>
          </p:cNvGraphicFramePr>
          <p:nvPr/>
        </p:nvGraphicFramePr>
        <p:xfrm>
          <a:off x="1068388" y="2794000"/>
          <a:ext cx="7046912" cy="304800"/>
        </p:xfrm>
        <a:graphic>
          <a:graphicData uri="http://schemas.openxmlformats.org/drawingml/2006/table">
            <a:tbl>
              <a:tblPr/>
              <a:tblGrid>
                <a:gridCol w="7046912">
                  <a:extLst>
                    <a:ext uri="{9D8B030D-6E8A-4147-A177-3AD203B41FA5}">
                      <a16:colId xmlns:a16="http://schemas.microsoft.com/office/drawing/2014/main" val="35345331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188315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26CF35C-111E-AEB4-B9FD-B745E56B37DC}"/>
              </a:ext>
            </a:extLst>
          </p:cNvPr>
          <p:cNvGraphicFramePr>
            <a:graphicFrameLocks noGrp="1"/>
          </p:cNvGraphicFramePr>
          <p:nvPr/>
        </p:nvGraphicFramePr>
        <p:xfrm>
          <a:off x="1068388" y="2794000"/>
          <a:ext cx="7046912" cy="304800"/>
        </p:xfrm>
        <a:graphic>
          <a:graphicData uri="http://schemas.openxmlformats.org/drawingml/2006/table">
            <a:tbl>
              <a:tblPr/>
              <a:tblGrid>
                <a:gridCol w="7046912">
                  <a:extLst>
                    <a:ext uri="{9D8B030D-6E8A-4147-A177-3AD203B41FA5}">
                      <a16:colId xmlns:a16="http://schemas.microsoft.com/office/drawing/2014/main" val="42541947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dirty="0"/>
                        <a:t>Ошибки диагностики; выбор оптимального лечения; прогнозирование рисков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22848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CEA342E-1412-E56B-EEBA-3B5FCC34050A}"/>
              </a:ext>
            </a:extLst>
          </p:cNvPr>
          <p:cNvGraphicFramePr>
            <a:graphicFrameLocks noGrp="1"/>
          </p:cNvGraphicFramePr>
          <p:nvPr/>
        </p:nvGraphicFramePr>
        <p:xfrm>
          <a:off x="1068388" y="2794000"/>
          <a:ext cx="7046912" cy="304800"/>
        </p:xfrm>
        <a:graphic>
          <a:graphicData uri="http://schemas.openxmlformats.org/drawingml/2006/table">
            <a:tbl>
              <a:tblPr/>
              <a:tblGrid>
                <a:gridCol w="7046912">
                  <a:extLst>
                    <a:ext uri="{9D8B030D-6E8A-4147-A177-3AD203B41FA5}">
                      <a16:colId xmlns:a16="http://schemas.microsoft.com/office/drawing/2014/main" val="32892419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765061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6BB0A41C-724D-4CB5-DE76-2A9B7313F03F}"/>
              </a:ext>
            </a:extLst>
          </p:cNvPr>
          <p:cNvGraphicFramePr>
            <a:graphicFrameLocks noGrp="1"/>
          </p:cNvGraphicFramePr>
          <p:nvPr/>
        </p:nvGraphicFramePr>
        <p:xfrm>
          <a:off x="1068388" y="2794000"/>
          <a:ext cx="7046912" cy="304800"/>
        </p:xfrm>
        <a:graphic>
          <a:graphicData uri="http://schemas.openxmlformats.org/drawingml/2006/table">
            <a:tbl>
              <a:tblPr/>
              <a:tblGrid>
                <a:gridCol w="7046912">
                  <a:extLst>
                    <a:ext uri="{9D8B030D-6E8A-4147-A177-3AD203B41FA5}">
                      <a16:colId xmlns:a16="http://schemas.microsoft.com/office/drawing/2014/main" val="16209970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3100793"/>
                  </a:ext>
                </a:extLst>
              </a:tr>
            </a:tbl>
          </a:graphicData>
        </a:graphic>
      </p:graphicFrame>
      <p:pic>
        <p:nvPicPr>
          <p:cNvPr id="20" name="Picture 13" descr="Гидродинамическая модель ученого Пермского Политеха увеличит нефтедобычу">
            <a:extLst>
              <a:ext uri="{FF2B5EF4-FFF2-40B4-BE49-F238E27FC236}">
                <a16:creationId xmlns:a16="http://schemas.microsoft.com/office/drawing/2014/main" id="{32C23D6A-885E-06BA-9EFF-6C23D9A1B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5419" y="1681898"/>
            <a:ext cx="4421957" cy="3112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5123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5" y="34959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Какие проблемы решает </a:t>
            </a:r>
            <a:r>
              <a:rPr lang="en-US" dirty="0"/>
              <a:t>ML</a:t>
            </a:r>
            <a:endParaRPr dirty="0"/>
          </a:p>
        </p:txBody>
      </p:sp>
      <p:sp>
        <p:nvSpPr>
          <p:cNvPr id="15" name="AutoShape 4" descr="1-Example of Mixed Integer Programming (MIP). ">
            <a:extLst>
              <a:ext uri="{FF2B5EF4-FFF2-40B4-BE49-F238E27FC236}">
                <a16:creationId xmlns:a16="http://schemas.microsoft.com/office/drawing/2014/main" id="{8C4817CE-5D30-DF3E-A7D1-96F37E97F0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36141" cy="236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0D0A7A26-8F45-47B1-9D91-5C25CA36CB16}"/>
              </a:ext>
            </a:extLst>
          </p:cNvPr>
          <p:cNvSpPr txBox="1"/>
          <p:nvPr/>
        </p:nvSpPr>
        <p:spPr bwMode="auto">
          <a:xfrm>
            <a:off x="296979" y="1215164"/>
            <a:ext cx="3615612" cy="3681976"/>
          </a:xfrm>
          <a:prstGeom prst="rect">
            <a:avLst/>
          </a:prstGeom>
        </p:spPr>
        <p:txBody>
          <a:bodyPr wrap="square" numCol="1" spcCol="36000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>
                <a:solidFill>
                  <a:srgbClr val="4C5B60"/>
                </a:solidFill>
                <a:latin typeface="Lato"/>
                <a:ea typeface="Lato"/>
                <a:cs typeface="Lato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0" i="0">
                <a:solidFill>
                  <a:srgbClr val="4C5B60"/>
                </a:solidFill>
                <a:latin typeface="Lato"/>
                <a:ea typeface="Lato"/>
                <a:cs typeface="Lato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b="0" i="0">
                <a:solidFill>
                  <a:srgbClr val="4C5B60"/>
                </a:solidFill>
                <a:latin typeface="Lato"/>
                <a:ea typeface="Lato"/>
                <a:cs typeface="Lato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0" i="0">
                <a:solidFill>
                  <a:srgbClr val="4C5B60"/>
                </a:solidFill>
                <a:latin typeface="Lato"/>
                <a:ea typeface="Lato"/>
                <a:cs typeface="Lato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0" i="0">
                <a:solidFill>
                  <a:srgbClr val="4C5B60"/>
                </a:solidFill>
                <a:latin typeface="Lato"/>
                <a:ea typeface="Lato"/>
                <a:cs typeface="Lato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Clr>
                <a:srgbClr val="76AF3E"/>
              </a:buClr>
              <a:defRPr/>
            </a:pPr>
            <a:r>
              <a:rPr lang="ru-RU" sz="1400" dirty="0">
                <a:solidFill>
                  <a:schemeClr val="bg1"/>
                </a:solidFill>
              </a:rPr>
              <a:t>Каноническая постановка задачи:</a:t>
            </a:r>
          </a:p>
          <a:p>
            <a:pPr>
              <a:lnSpc>
                <a:spcPct val="100000"/>
              </a:lnSpc>
              <a:buClr>
                <a:srgbClr val="76AF3E"/>
              </a:buClr>
              <a:defRPr/>
            </a:pPr>
            <a:r>
              <a:rPr lang="ru-RU" sz="1400" dirty="0">
                <a:solidFill>
                  <a:schemeClr val="bg1"/>
                </a:solidFill>
              </a:rPr>
              <a:t>Максимизировать:</a:t>
            </a:r>
          </a:p>
          <a:p>
            <a:pPr>
              <a:lnSpc>
                <a:spcPct val="100000"/>
              </a:lnSpc>
              <a:buClr>
                <a:srgbClr val="76AF3E"/>
              </a:buClr>
              <a:defRPr/>
            </a:pPr>
            <a:endParaRPr lang="ru-RU" sz="14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buClr>
                <a:srgbClr val="76AF3E"/>
              </a:buClr>
              <a:defRPr/>
            </a:pPr>
            <a:r>
              <a:rPr lang="ru-RU" sz="1400" dirty="0">
                <a:solidFill>
                  <a:schemeClr val="bg1"/>
                </a:solidFill>
              </a:rPr>
              <a:t>Ограничения:</a:t>
            </a:r>
          </a:p>
          <a:p>
            <a:pPr>
              <a:lnSpc>
                <a:spcPct val="100000"/>
              </a:lnSpc>
              <a:buClr>
                <a:srgbClr val="76AF3E"/>
              </a:buClr>
              <a:defRPr/>
            </a:pPr>
            <a:endParaRPr lang="ru-RU" sz="14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buClr>
                <a:srgbClr val="76AF3E"/>
              </a:buClr>
              <a:defRPr/>
            </a:pPr>
            <a:endParaRPr lang="ru-RU" sz="14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buClr>
                <a:srgbClr val="76AF3E"/>
              </a:buClr>
              <a:defRPr/>
            </a:pPr>
            <a:r>
              <a:rPr lang="ru-RU" sz="1400" dirty="0">
                <a:solidFill>
                  <a:schemeClr val="bg1"/>
                </a:solidFill>
              </a:rPr>
              <a:t>Кажется что все просто, но, что если</a:t>
            </a:r>
          </a:p>
          <a:p>
            <a:pPr>
              <a:lnSpc>
                <a:spcPct val="100000"/>
              </a:lnSpc>
              <a:buClr>
                <a:srgbClr val="76AF3E"/>
              </a:buClr>
              <a:defRPr/>
            </a:pPr>
            <a:r>
              <a:rPr lang="ru-RU" sz="1400" dirty="0">
                <a:solidFill>
                  <a:schemeClr val="bg1"/>
                </a:solidFill>
              </a:rPr>
              <a:t>Переменных и ограничений </a:t>
            </a:r>
            <a:r>
              <a:rPr lang="en-US" sz="1400" dirty="0">
                <a:solidFill>
                  <a:schemeClr val="bg1"/>
                </a:solidFill>
              </a:rPr>
              <a:t>&gt; </a:t>
            </a:r>
            <a:r>
              <a:rPr lang="ru-RU" sz="1400" dirty="0">
                <a:solidFill>
                  <a:schemeClr val="bg1"/>
                </a:solidFill>
              </a:rPr>
              <a:t>1_000_000</a:t>
            </a:r>
          </a:p>
          <a:p>
            <a:pPr>
              <a:lnSpc>
                <a:spcPct val="100000"/>
              </a:lnSpc>
              <a:buClr>
                <a:srgbClr val="76AF3E"/>
              </a:buClr>
              <a:defRPr/>
            </a:pPr>
            <a:r>
              <a:rPr lang="ru-RU" sz="1400" dirty="0">
                <a:solidFill>
                  <a:schemeClr val="bg1"/>
                </a:solidFill>
              </a:rPr>
              <a:t>Нужно решать 5_000 задач за 1 минуту </a:t>
            </a:r>
          </a:p>
          <a:p>
            <a:pPr>
              <a:lnSpc>
                <a:spcPct val="100000"/>
              </a:lnSpc>
              <a:buClr>
                <a:srgbClr val="76AF3E"/>
              </a:buClr>
              <a:defRPr/>
            </a:pP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17" name="Рисунок 25">
            <a:extLst>
              <a:ext uri="{FF2B5EF4-FFF2-40B4-BE49-F238E27FC236}">
                <a16:creationId xmlns:a16="http://schemas.microsoft.com/office/drawing/2014/main" id="{5B10EB53-0DEC-869A-C68F-F23D4C674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838567" y="1735568"/>
            <a:ext cx="1506262" cy="664527"/>
          </a:xfrm>
          <a:prstGeom prst="rect">
            <a:avLst/>
          </a:prstGeom>
        </p:spPr>
      </p:pic>
      <p:pic>
        <p:nvPicPr>
          <p:cNvPr id="18" name="Рисунок 26">
            <a:extLst>
              <a:ext uri="{FF2B5EF4-FFF2-40B4-BE49-F238E27FC236}">
                <a16:creationId xmlns:a16="http://schemas.microsoft.com/office/drawing/2014/main" id="{A7B4C65D-5EBA-4FA9-8F9B-778A4DF191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1071721" y="2508810"/>
            <a:ext cx="3570403" cy="774971"/>
          </a:xfrm>
          <a:prstGeom prst="rect">
            <a:avLst/>
          </a:prstGeom>
        </p:spPr>
      </p:pic>
      <p:sp>
        <p:nvSpPr>
          <p:cNvPr id="19" name="AutoShape 4" descr="1-Example of Mixed Integer Programming (MIP). ">
            <a:extLst>
              <a:ext uri="{FF2B5EF4-FFF2-40B4-BE49-F238E27FC236}">
                <a16:creationId xmlns:a16="http://schemas.microsoft.com/office/drawing/2014/main" id="{1661D4AD-7308-B68C-19C7-A7E127F394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36141" cy="236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" name="Рисунок 28">
            <a:extLst>
              <a:ext uri="{FF2B5EF4-FFF2-40B4-BE49-F238E27FC236}">
                <a16:creationId xmlns:a16="http://schemas.microsoft.com/office/drawing/2014/main" id="{44F33F98-8F74-5C0F-3B3C-74C0886281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5371658" y="1771862"/>
            <a:ext cx="2958114" cy="2748097"/>
          </a:xfrm>
          <a:prstGeom prst="rect">
            <a:avLst/>
          </a:prstGeom>
        </p:spPr>
      </p:pic>
      <p:pic>
        <p:nvPicPr>
          <p:cNvPr id="21" name="Picture 8">
            <a:extLst>
              <a:ext uri="{FF2B5EF4-FFF2-40B4-BE49-F238E27FC236}">
                <a16:creationId xmlns:a16="http://schemas.microsoft.com/office/drawing/2014/main" id="{41203455-BBB7-F149-6E2A-105DD9CCA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6815" y="3564647"/>
            <a:ext cx="350542" cy="350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8">
            <a:extLst>
              <a:ext uri="{FF2B5EF4-FFF2-40B4-BE49-F238E27FC236}">
                <a16:creationId xmlns:a16="http://schemas.microsoft.com/office/drawing/2014/main" id="{5D5B1ABD-DA1D-F1BA-0E49-C2922930F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6815" y="4020784"/>
            <a:ext cx="350542" cy="350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2596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5" y="34959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Обучение с учителем </a:t>
            </a:r>
            <a:r>
              <a:rPr lang="en-US" dirty="0"/>
              <a:t>/ </a:t>
            </a:r>
            <a:r>
              <a:rPr lang="ru-RU" dirty="0"/>
              <a:t>без учителя</a:t>
            </a:r>
            <a:endParaRPr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51402A6B-399A-BABD-F2BA-7C21964BB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112" y="1172867"/>
            <a:ext cx="5298399" cy="4139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145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5" y="34959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Регрессия</a:t>
            </a:r>
            <a:endParaRPr dirty="0"/>
          </a:p>
        </p:txBody>
      </p:sp>
      <p:pic>
        <p:nvPicPr>
          <p:cNvPr id="2" name="Picture 2" descr="blog.revolutionanalytics...">
            <a:extLst>
              <a:ext uri="{FF2B5EF4-FFF2-40B4-BE49-F238E27FC236}">
                <a16:creationId xmlns:a16="http://schemas.microsoft.com/office/drawing/2014/main" id="{B6B41162-11D1-0822-8960-6C2AF3F78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399" y="1370574"/>
            <a:ext cx="5966261" cy="3570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55168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38905" y="36991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Регрессия. Линейная модель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D20FFF-D073-0DF8-18B7-E59CE4C70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1" y="1628869"/>
            <a:ext cx="3974126" cy="29016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5F780DE-DE11-CD09-EB73-63896C025E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3862" y="1668261"/>
            <a:ext cx="4017514" cy="26384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ED8D31-889F-72A2-ECE5-3204EBF320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7591" y="1193337"/>
            <a:ext cx="2248371" cy="474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8248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38905" y="36991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Регрессия. Линейная модель</a:t>
            </a:r>
            <a:r>
              <a:rPr lang="en-US" dirty="0"/>
              <a:t>.</a:t>
            </a:r>
            <a:r>
              <a:rPr lang="ru-RU" dirty="0"/>
              <a:t> Фунуция ошибки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A50878-04CD-7714-B3E5-654C1AB76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25" y="1530370"/>
            <a:ext cx="8553450" cy="30337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0FD5C5-6A56-17A3-D9C8-6983950552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7591" y="1193337"/>
            <a:ext cx="2248371" cy="474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1337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38905" y="36991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Регрессия. Линейная модель</a:t>
            </a:r>
            <a:r>
              <a:rPr lang="en-US" dirty="0"/>
              <a:t>.</a:t>
            </a:r>
            <a:r>
              <a:rPr lang="ru-RU" dirty="0"/>
              <a:t> Фунуция ошибки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3718DD-DB18-87D7-3CF3-EB2CE0F6C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89" y="1376481"/>
            <a:ext cx="4241286" cy="28049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51F2F8C-83B8-F249-C375-EFDA500339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0943" y="1478313"/>
            <a:ext cx="2248371" cy="4749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F71213A-7773-0E9B-8E07-4A56EBA776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9847" y="2185964"/>
            <a:ext cx="3503776" cy="59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3129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38905" y="36991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Регрессия. Линейная модель</a:t>
            </a:r>
            <a:r>
              <a:rPr lang="en-US" dirty="0"/>
              <a:t>.</a:t>
            </a:r>
            <a:r>
              <a:rPr lang="ru-RU" dirty="0"/>
              <a:t> Фунуция ошибки</a:t>
            </a:r>
            <a:endParaRPr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ED87C72-11F8-FCE1-C9E8-7828B6EEB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3381" y="1379412"/>
            <a:ext cx="3616204" cy="7780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76B76B-6966-AB2E-31B3-F2E0F1EB24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3381" y="2452290"/>
            <a:ext cx="3832787" cy="1609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8703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38905" y="36991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Регрессия. Метод градиентного спуска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2A9F32-EFBC-E5EA-9254-43B1C494B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022" y="975944"/>
            <a:ext cx="2813353" cy="18923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D9E0EC-9380-EDCD-05B6-6D51CFB291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6022" y="2991950"/>
            <a:ext cx="2706422" cy="18923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DEFE39-B8F1-37E5-3DFF-9842CA1682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454" y="1813165"/>
            <a:ext cx="3663076" cy="2357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2560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5" y="34959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Регрессия. Линейные модели</a:t>
            </a:r>
            <a:endParaRPr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826F5E8-F238-7F5F-75A5-44BC8AE9DDD9}"/>
                  </a:ext>
                </a:extLst>
              </p14:cNvPr>
              <p14:cNvContentPartPr/>
              <p14:nvPr/>
            </p14:nvContentPartPr>
            <p14:xfrm>
              <a:off x="3102073" y="1469903"/>
              <a:ext cx="327240" cy="3035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826F5E8-F238-7F5F-75A5-44BC8AE9DD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95953" y="1463783"/>
                <a:ext cx="339480" cy="30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D58FD463-5E2C-66A3-FA88-E942820127AC}"/>
                  </a:ext>
                </a:extLst>
              </p14:cNvPr>
              <p14:cNvContentPartPr/>
              <p14:nvPr/>
            </p14:nvContentPartPr>
            <p14:xfrm>
              <a:off x="1367593" y="4192943"/>
              <a:ext cx="6585120" cy="3492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D58FD463-5E2C-66A3-FA88-E942820127A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61473" y="4186823"/>
                <a:ext cx="6597360" cy="36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BA64B452-10CA-6B5A-84CD-47CD5D2A8D83}"/>
                  </a:ext>
                </a:extLst>
              </p14:cNvPr>
              <p14:cNvContentPartPr/>
              <p14:nvPr/>
            </p14:nvContentPartPr>
            <p14:xfrm>
              <a:off x="7853353" y="4136063"/>
              <a:ext cx="139680" cy="14184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BA64B452-10CA-6B5A-84CD-47CD5D2A8D8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847233" y="4129943"/>
                <a:ext cx="15192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00BD75FA-DE4B-29A9-422A-1C9DBD4F21BC}"/>
                  </a:ext>
                </a:extLst>
              </p14:cNvPr>
              <p14:cNvContentPartPr/>
              <p14:nvPr/>
            </p14:nvContentPartPr>
            <p14:xfrm>
              <a:off x="3066073" y="1330583"/>
              <a:ext cx="78480" cy="21636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00BD75FA-DE4B-29A9-422A-1C9DBD4F21B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59953" y="1324463"/>
                <a:ext cx="90720" cy="22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736" name="Group 735">
            <a:extLst>
              <a:ext uri="{FF2B5EF4-FFF2-40B4-BE49-F238E27FC236}">
                <a16:creationId xmlns:a16="http://schemas.microsoft.com/office/drawing/2014/main" id="{FCACE4F5-28A3-6C25-1D7A-7FA448CAE1F1}"/>
              </a:ext>
            </a:extLst>
          </p:cNvPr>
          <p:cNvGrpSpPr/>
          <p:nvPr/>
        </p:nvGrpSpPr>
        <p:grpSpPr>
          <a:xfrm>
            <a:off x="4657273" y="3016103"/>
            <a:ext cx="124920" cy="130320"/>
            <a:chOff x="5622948" y="3101561"/>
            <a:chExt cx="124920" cy="13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27" name="Ink 726">
                  <a:extLst>
                    <a:ext uri="{FF2B5EF4-FFF2-40B4-BE49-F238E27FC236}">
                      <a16:creationId xmlns:a16="http://schemas.microsoft.com/office/drawing/2014/main" id="{7FE2EBEA-9870-2167-1A51-AC0C75233787}"/>
                    </a:ext>
                  </a:extLst>
                </p14:cNvPr>
                <p14:cNvContentPartPr/>
                <p14:nvPr/>
              </p14:nvContentPartPr>
              <p14:xfrm>
                <a:off x="5622948" y="3101561"/>
                <a:ext cx="124920" cy="130320"/>
              </p14:xfrm>
            </p:contentPart>
          </mc:Choice>
          <mc:Fallback>
            <p:pic>
              <p:nvPicPr>
                <p:cNvPr id="727" name="Ink 726">
                  <a:extLst>
                    <a:ext uri="{FF2B5EF4-FFF2-40B4-BE49-F238E27FC236}">
                      <a16:creationId xmlns:a16="http://schemas.microsoft.com/office/drawing/2014/main" id="{7FE2EBEA-9870-2167-1A51-AC0C7523378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616828" y="3095441"/>
                  <a:ext cx="1371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28" name="Ink 727">
                  <a:extLst>
                    <a:ext uri="{FF2B5EF4-FFF2-40B4-BE49-F238E27FC236}">
                      <a16:creationId xmlns:a16="http://schemas.microsoft.com/office/drawing/2014/main" id="{98CB5E52-093C-44B7-EF10-8FA9BAC1A691}"/>
                    </a:ext>
                  </a:extLst>
                </p14:cNvPr>
                <p14:cNvContentPartPr/>
                <p14:nvPr/>
              </p14:nvContentPartPr>
              <p14:xfrm>
                <a:off x="5653548" y="3127481"/>
                <a:ext cx="64440" cy="75960"/>
              </p14:xfrm>
            </p:contentPart>
          </mc:Choice>
          <mc:Fallback>
            <p:pic>
              <p:nvPicPr>
                <p:cNvPr id="728" name="Ink 727">
                  <a:extLst>
                    <a:ext uri="{FF2B5EF4-FFF2-40B4-BE49-F238E27FC236}">
                      <a16:creationId xmlns:a16="http://schemas.microsoft.com/office/drawing/2014/main" id="{98CB5E52-093C-44B7-EF10-8FA9BAC1A69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647428" y="3121361"/>
                  <a:ext cx="76680" cy="8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5" name="Group 734">
            <a:extLst>
              <a:ext uri="{FF2B5EF4-FFF2-40B4-BE49-F238E27FC236}">
                <a16:creationId xmlns:a16="http://schemas.microsoft.com/office/drawing/2014/main" id="{38842A0A-C607-D3D6-F38C-46970E65BCE6}"/>
              </a:ext>
            </a:extLst>
          </p:cNvPr>
          <p:cNvGrpSpPr/>
          <p:nvPr/>
        </p:nvGrpSpPr>
        <p:grpSpPr>
          <a:xfrm>
            <a:off x="5277069" y="1617690"/>
            <a:ext cx="111240" cy="142920"/>
            <a:chOff x="6426468" y="1665881"/>
            <a:chExt cx="111240" cy="14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729" name="Ink 728">
                  <a:extLst>
                    <a:ext uri="{FF2B5EF4-FFF2-40B4-BE49-F238E27FC236}">
                      <a16:creationId xmlns:a16="http://schemas.microsoft.com/office/drawing/2014/main" id="{E2829720-4A52-886C-1FA3-822D830671E8}"/>
                    </a:ext>
                  </a:extLst>
                </p14:cNvPr>
                <p14:cNvContentPartPr/>
                <p14:nvPr/>
              </p14:nvContentPartPr>
              <p14:xfrm>
                <a:off x="6426468" y="1717721"/>
                <a:ext cx="111240" cy="43920"/>
              </p14:xfrm>
            </p:contentPart>
          </mc:Choice>
          <mc:Fallback>
            <p:pic>
              <p:nvPicPr>
                <p:cNvPr id="729" name="Ink 728">
                  <a:extLst>
                    <a:ext uri="{FF2B5EF4-FFF2-40B4-BE49-F238E27FC236}">
                      <a16:creationId xmlns:a16="http://schemas.microsoft.com/office/drawing/2014/main" id="{E2829720-4A52-886C-1FA3-822D830671E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420348" y="1711601"/>
                  <a:ext cx="1234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730" name="Ink 729">
                  <a:extLst>
                    <a:ext uri="{FF2B5EF4-FFF2-40B4-BE49-F238E27FC236}">
                      <a16:creationId xmlns:a16="http://schemas.microsoft.com/office/drawing/2014/main" id="{FBD6DC7E-D779-C2D1-4E7C-B5FA76F031AB}"/>
                    </a:ext>
                  </a:extLst>
                </p14:cNvPr>
                <p14:cNvContentPartPr/>
                <p14:nvPr/>
              </p14:nvContentPartPr>
              <p14:xfrm>
                <a:off x="6464988" y="1665881"/>
                <a:ext cx="64440" cy="142920"/>
              </p14:xfrm>
            </p:contentPart>
          </mc:Choice>
          <mc:Fallback>
            <p:pic>
              <p:nvPicPr>
                <p:cNvPr id="730" name="Ink 729">
                  <a:extLst>
                    <a:ext uri="{FF2B5EF4-FFF2-40B4-BE49-F238E27FC236}">
                      <a16:creationId xmlns:a16="http://schemas.microsoft.com/office/drawing/2014/main" id="{FBD6DC7E-D779-C2D1-4E7C-B5FA76F031A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458868" y="1659761"/>
                  <a:ext cx="76680" cy="15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4" name="Group 733">
            <a:extLst>
              <a:ext uri="{FF2B5EF4-FFF2-40B4-BE49-F238E27FC236}">
                <a16:creationId xmlns:a16="http://schemas.microsoft.com/office/drawing/2014/main" id="{43812785-0BC0-78DD-B090-105FF0ED2029}"/>
              </a:ext>
            </a:extLst>
          </p:cNvPr>
          <p:cNvGrpSpPr/>
          <p:nvPr/>
        </p:nvGrpSpPr>
        <p:grpSpPr>
          <a:xfrm>
            <a:off x="5163793" y="2058518"/>
            <a:ext cx="127440" cy="192240"/>
            <a:chOff x="6247188" y="2144681"/>
            <a:chExt cx="127440" cy="19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731" name="Ink 730">
                  <a:extLst>
                    <a:ext uri="{FF2B5EF4-FFF2-40B4-BE49-F238E27FC236}">
                      <a16:creationId xmlns:a16="http://schemas.microsoft.com/office/drawing/2014/main" id="{FD0E1A5B-089E-8B99-B8D2-1D16D61B6BCD}"/>
                    </a:ext>
                  </a:extLst>
                </p14:cNvPr>
                <p14:cNvContentPartPr/>
                <p14:nvPr/>
              </p14:nvContentPartPr>
              <p14:xfrm>
                <a:off x="6247188" y="2161601"/>
                <a:ext cx="127440" cy="52920"/>
              </p14:xfrm>
            </p:contentPart>
          </mc:Choice>
          <mc:Fallback>
            <p:pic>
              <p:nvPicPr>
                <p:cNvPr id="731" name="Ink 730">
                  <a:extLst>
                    <a:ext uri="{FF2B5EF4-FFF2-40B4-BE49-F238E27FC236}">
                      <a16:creationId xmlns:a16="http://schemas.microsoft.com/office/drawing/2014/main" id="{FD0E1A5B-089E-8B99-B8D2-1D16D61B6BC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241068" y="2155481"/>
                  <a:ext cx="1396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732" name="Ink 731">
                  <a:extLst>
                    <a:ext uri="{FF2B5EF4-FFF2-40B4-BE49-F238E27FC236}">
                      <a16:creationId xmlns:a16="http://schemas.microsoft.com/office/drawing/2014/main" id="{F299E946-7FC0-E75F-8DF5-4C2E5203DF43}"/>
                    </a:ext>
                  </a:extLst>
                </p14:cNvPr>
                <p14:cNvContentPartPr/>
                <p14:nvPr/>
              </p14:nvContentPartPr>
              <p14:xfrm>
                <a:off x="6247908" y="2144681"/>
                <a:ext cx="85320" cy="192240"/>
              </p14:xfrm>
            </p:contentPart>
          </mc:Choice>
          <mc:Fallback>
            <p:pic>
              <p:nvPicPr>
                <p:cNvPr id="732" name="Ink 731">
                  <a:extLst>
                    <a:ext uri="{FF2B5EF4-FFF2-40B4-BE49-F238E27FC236}">
                      <a16:creationId xmlns:a16="http://schemas.microsoft.com/office/drawing/2014/main" id="{F299E946-7FC0-E75F-8DF5-4C2E5203DF4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241788" y="2138561"/>
                  <a:ext cx="97560" cy="20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1" name="Group 740">
            <a:extLst>
              <a:ext uri="{FF2B5EF4-FFF2-40B4-BE49-F238E27FC236}">
                <a16:creationId xmlns:a16="http://schemas.microsoft.com/office/drawing/2014/main" id="{36939969-16DC-7555-B441-B8391BBC5C0B}"/>
              </a:ext>
            </a:extLst>
          </p:cNvPr>
          <p:cNvGrpSpPr/>
          <p:nvPr/>
        </p:nvGrpSpPr>
        <p:grpSpPr>
          <a:xfrm>
            <a:off x="5059393" y="2546303"/>
            <a:ext cx="57960" cy="128160"/>
            <a:chOff x="6025068" y="2631761"/>
            <a:chExt cx="57960" cy="12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733" name="Ink 732">
                  <a:extLst>
                    <a:ext uri="{FF2B5EF4-FFF2-40B4-BE49-F238E27FC236}">
                      <a16:creationId xmlns:a16="http://schemas.microsoft.com/office/drawing/2014/main" id="{534C5B88-DC18-8084-8478-E58A79A6908D}"/>
                    </a:ext>
                  </a:extLst>
                </p14:cNvPr>
                <p14:cNvContentPartPr/>
                <p14:nvPr/>
              </p14:nvContentPartPr>
              <p14:xfrm>
                <a:off x="6025068" y="2674601"/>
                <a:ext cx="57960" cy="9000"/>
              </p14:xfrm>
            </p:contentPart>
          </mc:Choice>
          <mc:Fallback>
            <p:pic>
              <p:nvPicPr>
                <p:cNvPr id="733" name="Ink 732">
                  <a:extLst>
                    <a:ext uri="{FF2B5EF4-FFF2-40B4-BE49-F238E27FC236}">
                      <a16:creationId xmlns:a16="http://schemas.microsoft.com/office/drawing/2014/main" id="{534C5B88-DC18-8084-8478-E58A79A6908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018948" y="2668481"/>
                  <a:ext cx="702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737" name="Ink 736">
                  <a:extLst>
                    <a:ext uri="{FF2B5EF4-FFF2-40B4-BE49-F238E27FC236}">
                      <a16:creationId xmlns:a16="http://schemas.microsoft.com/office/drawing/2014/main" id="{1095C83B-99D2-0AA4-1829-ECADB5339737}"/>
                    </a:ext>
                  </a:extLst>
                </p14:cNvPr>
                <p14:cNvContentPartPr/>
                <p14:nvPr/>
              </p14:nvContentPartPr>
              <p14:xfrm>
                <a:off x="6043068" y="2631761"/>
                <a:ext cx="33120" cy="128160"/>
              </p14:xfrm>
            </p:contentPart>
          </mc:Choice>
          <mc:Fallback>
            <p:pic>
              <p:nvPicPr>
                <p:cNvPr id="737" name="Ink 736">
                  <a:extLst>
                    <a:ext uri="{FF2B5EF4-FFF2-40B4-BE49-F238E27FC236}">
                      <a16:creationId xmlns:a16="http://schemas.microsoft.com/office/drawing/2014/main" id="{1095C83B-99D2-0AA4-1829-ECADB533973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036948" y="2625641"/>
                  <a:ext cx="45360" cy="14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0" name="Group 739">
            <a:extLst>
              <a:ext uri="{FF2B5EF4-FFF2-40B4-BE49-F238E27FC236}">
                <a16:creationId xmlns:a16="http://schemas.microsoft.com/office/drawing/2014/main" id="{14412DB2-3F73-7C08-1914-353EA313C27F}"/>
              </a:ext>
            </a:extLst>
          </p:cNvPr>
          <p:cNvGrpSpPr/>
          <p:nvPr/>
        </p:nvGrpSpPr>
        <p:grpSpPr>
          <a:xfrm>
            <a:off x="4956793" y="2922503"/>
            <a:ext cx="141120" cy="88920"/>
            <a:chOff x="5922468" y="3007961"/>
            <a:chExt cx="141120" cy="8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738" name="Ink 737">
                  <a:extLst>
                    <a:ext uri="{FF2B5EF4-FFF2-40B4-BE49-F238E27FC236}">
                      <a16:creationId xmlns:a16="http://schemas.microsoft.com/office/drawing/2014/main" id="{DD6CB79E-7FE4-10B2-C2AD-73038C8C5169}"/>
                    </a:ext>
                  </a:extLst>
                </p14:cNvPr>
                <p14:cNvContentPartPr/>
                <p14:nvPr/>
              </p14:nvContentPartPr>
              <p14:xfrm>
                <a:off x="5922468" y="3033881"/>
                <a:ext cx="141120" cy="18000"/>
              </p14:xfrm>
            </p:contentPart>
          </mc:Choice>
          <mc:Fallback>
            <p:pic>
              <p:nvPicPr>
                <p:cNvPr id="738" name="Ink 737">
                  <a:extLst>
                    <a:ext uri="{FF2B5EF4-FFF2-40B4-BE49-F238E27FC236}">
                      <a16:creationId xmlns:a16="http://schemas.microsoft.com/office/drawing/2014/main" id="{DD6CB79E-7FE4-10B2-C2AD-73038C8C516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916348" y="3027761"/>
                  <a:ext cx="1533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739" name="Ink 738">
                  <a:extLst>
                    <a:ext uri="{FF2B5EF4-FFF2-40B4-BE49-F238E27FC236}">
                      <a16:creationId xmlns:a16="http://schemas.microsoft.com/office/drawing/2014/main" id="{7304CE0A-2269-43C2-241A-42FC6BDC57D2}"/>
                    </a:ext>
                  </a:extLst>
                </p14:cNvPr>
                <p14:cNvContentPartPr/>
                <p14:nvPr/>
              </p14:nvContentPartPr>
              <p14:xfrm>
                <a:off x="5981148" y="3007961"/>
                <a:ext cx="26640" cy="88920"/>
              </p14:xfrm>
            </p:contentPart>
          </mc:Choice>
          <mc:Fallback>
            <p:pic>
              <p:nvPicPr>
                <p:cNvPr id="739" name="Ink 738">
                  <a:extLst>
                    <a:ext uri="{FF2B5EF4-FFF2-40B4-BE49-F238E27FC236}">
                      <a16:creationId xmlns:a16="http://schemas.microsoft.com/office/drawing/2014/main" id="{7304CE0A-2269-43C2-241A-42FC6BDC57D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975028" y="3001841"/>
                  <a:ext cx="38880" cy="10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4" name="Group 743">
            <a:extLst>
              <a:ext uri="{FF2B5EF4-FFF2-40B4-BE49-F238E27FC236}">
                <a16:creationId xmlns:a16="http://schemas.microsoft.com/office/drawing/2014/main" id="{80992455-19DF-05A4-9BAC-D4C89BD9F842}"/>
              </a:ext>
            </a:extLst>
          </p:cNvPr>
          <p:cNvGrpSpPr/>
          <p:nvPr/>
        </p:nvGrpSpPr>
        <p:grpSpPr>
          <a:xfrm>
            <a:off x="4503913" y="3435143"/>
            <a:ext cx="171360" cy="44280"/>
            <a:chOff x="5469588" y="3520601"/>
            <a:chExt cx="171360" cy="4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742" name="Ink 741">
                  <a:extLst>
                    <a:ext uri="{FF2B5EF4-FFF2-40B4-BE49-F238E27FC236}">
                      <a16:creationId xmlns:a16="http://schemas.microsoft.com/office/drawing/2014/main" id="{0EAFB051-151F-7F05-BF57-FAD774222AFA}"/>
                    </a:ext>
                  </a:extLst>
                </p14:cNvPr>
                <p14:cNvContentPartPr/>
                <p14:nvPr/>
              </p14:nvContentPartPr>
              <p14:xfrm>
                <a:off x="5469588" y="3546521"/>
                <a:ext cx="171360" cy="17280"/>
              </p14:xfrm>
            </p:contentPart>
          </mc:Choice>
          <mc:Fallback>
            <p:pic>
              <p:nvPicPr>
                <p:cNvPr id="742" name="Ink 741">
                  <a:extLst>
                    <a:ext uri="{FF2B5EF4-FFF2-40B4-BE49-F238E27FC236}">
                      <a16:creationId xmlns:a16="http://schemas.microsoft.com/office/drawing/2014/main" id="{0EAFB051-151F-7F05-BF57-FAD774222AF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463468" y="3540401"/>
                  <a:ext cx="1836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743" name="Ink 742">
                  <a:extLst>
                    <a:ext uri="{FF2B5EF4-FFF2-40B4-BE49-F238E27FC236}">
                      <a16:creationId xmlns:a16="http://schemas.microsoft.com/office/drawing/2014/main" id="{8C3E53DD-A37B-61BC-1BE4-EA749166FE20}"/>
                    </a:ext>
                  </a:extLst>
                </p14:cNvPr>
                <p14:cNvContentPartPr/>
                <p14:nvPr/>
              </p14:nvContentPartPr>
              <p14:xfrm>
                <a:off x="5555988" y="3520601"/>
                <a:ext cx="24480" cy="44280"/>
              </p14:xfrm>
            </p:contentPart>
          </mc:Choice>
          <mc:Fallback>
            <p:pic>
              <p:nvPicPr>
                <p:cNvPr id="743" name="Ink 742">
                  <a:extLst>
                    <a:ext uri="{FF2B5EF4-FFF2-40B4-BE49-F238E27FC236}">
                      <a16:creationId xmlns:a16="http://schemas.microsoft.com/office/drawing/2014/main" id="{8C3E53DD-A37B-61BC-1BE4-EA749166FE2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549868" y="3514481"/>
                  <a:ext cx="36720" cy="5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2" name="Group 751">
            <a:extLst>
              <a:ext uri="{FF2B5EF4-FFF2-40B4-BE49-F238E27FC236}">
                <a16:creationId xmlns:a16="http://schemas.microsoft.com/office/drawing/2014/main" id="{24E2CF06-68AE-9CBA-8289-BA79D20B1A96}"/>
              </a:ext>
            </a:extLst>
          </p:cNvPr>
          <p:cNvGrpSpPr/>
          <p:nvPr/>
        </p:nvGrpSpPr>
        <p:grpSpPr>
          <a:xfrm>
            <a:off x="3597793" y="3751583"/>
            <a:ext cx="846000" cy="659160"/>
            <a:chOff x="4563468" y="3837041"/>
            <a:chExt cx="846000" cy="65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717" name="Ink 716">
                  <a:extLst>
                    <a:ext uri="{FF2B5EF4-FFF2-40B4-BE49-F238E27FC236}">
                      <a16:creationId xmlns:a16="http://schemas.microsoft.com/office/drawing/2014/main" id="{4C20D17A-EA6D-5FE5-29BD-2BDEC8527D43}"/>
                    </a:ext>
                  </a:extLst>
                </p14:cNvPr>
                <p14:cNvContentPartPr/>
                <p14:nvPr/>
              </p14:nvContentPartPr>
              <p14:xfrm>
                <a:off x="4563468" y="4417721"/>
                <a:ext cx="119520" cy="61200"/>
              </p14:xfrm>
            </p:contentPart>
          </mc:Choice>
          <mc:Fallback>
            <p:pic>
              <p:nvPicPr>
                <p:cNvPr id="717" name="Ink 716">
                  <a:extLst>
                    <a:ext uri="{FF2B5EF4-FFF2-40B4-BE49-F238E27FC236}">
                      <a16:creationId xmlns:a16="http://schemas.microsoft.com/office/drawing/2014/main" id="{4C20D17A-EA6D-5FE5-29BD-2BDEC8527D4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557348" y="4411601"/>
                  <a:ext cx="1317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718" name="Ink 717">
                  <a:extLst>
                    <a:ext uri="{FF2B5EF4-FFF2-40B4-BE49-F238E27FC236}">
                      <a16:creationId xmlns:a16="http://schemas.microsoft.com/office/drawing/2014/main" id="{9CDAD2D0-ADBC-793C-97CF-4B42A2443FB8}"/>
                    </a:ext>
                  </a:extLst>
                </p14:cNvPr>
                <p14:cNvContentPartPr/>
                <p14:nvPr/>
              </p14:nvContentPartPr>
              <p14:xfrm>
                <a:off x="4569588" y="4417721"/>
                <a:ext cx="96480" cy="78480"/>
              </p14:xfrm>
            </p:contentPart>
          </mc:Choice>
          <mc:Fallback>
            <p:pic>
              <p:nvPicPr>
                <p:cNvPr id="718" name="Ink 717">
                  <a:extLst>
                    <a:ext uri="{FF2B5EF4-FFF2-40B4-BE49-F238E27FC236}">
                      <a16:creationId xmlns:a16="http://schemas.microsoft.com/office/drawing/2014/main" id="{9CDAD2D0-ADBC-793C-97CF-4B42A2443FB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563468" y="4411601"/>
                  <a:ext cx="1087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745" name="Ink 744">
                  <a:extLst>
                    <a:ext uri="{FF2B5EF4-FFF2-40B4-BE49-F238E27FC236}">
                      <a16:creationId xmlns:a16="http://schemas.microsoft.com/office/drawing/2014/main" id="{41853F46-B513-C46A-541E-73AAEA54C344}"/>
                    </a:ext>
                  </a:extLst>
                </p14:cNvPr>
                <p14:cNvContentPartPr/>
                <p14:nvPr/>
              </p14:nvContentPartPr>
              <p14:xfrm>
                <a:off x="5281308" y="3845321"/>
                <a:ext cx="128160" cy="61200"/>
              </p14:xfrm>
            </p:contentPart>
          </mc:Choice>
          <mc:Fallback>
            <p:pic>
              <p:nvPicPr>
                <p:cNvPr id="745" name="Ink 744">
                  <a:extLst>
                    <a:ext uri="{FF2B5EF4-FFF2-40B4-BE49-F238E27FC236}">
                      <a16:creationId xmlns:a16="http://schemas.microsoft.com/office/drawing/2014/main" id="{41853F46-B513-C46A-541E-73AAEA54C34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275188" y="3839201"/>
                  <a:ext cx="1404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746" name="Ink 745">
                  <a:extLst>
                    <a:ext uri="{FF2B5EF4-FFF2-40B4-BE49-F238E27FC236}">
                      <a16:creationId xmlns:a16="http://schemas.microsoft.com/office/drawing/2014/main" id="{24CD35DC-8560-01AC-5593-E17478A4E3B2}"/>
                    </a:ext>
                  </a:extLst>
                </p14:cNvPr>
                <p14:cNvContentPartPr/>
                <p14:nvPr/>
              </p14:nvContentPartPr>
              <p14:xfrm>
                <a:off x="5278428" y="3837041"/>
                <a:ext cx="105840" cy="140760"/>
              </p14:xfrm>
            </p:contentPart>
          </mc:Choice>
          <mc:Fallback>
            <p:pic>
              <p:nvPicPr>
                <p:cNvPr id="746" name="Ink 745">
                  <a:extLst>
                    <a:ext uri="{FF2B5EF4-FFF2-40B4-BE49-F238E27FC236}">
                      <a16:creationId xmlns:a16="http://schemas.microsoft.com/office/drawing/2014/main" id="{24CD35DC-8560-01AC-5593-E17478A4E3B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272308" y="3830921"/>
                  <a:ext cx="1180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747" name="Ink 746">
                  <a:extLst>
                    <a:ext uri="{FF2B5EF4-FFF2-40B4-BE49-F238E27FC236}">
                      <a16:creationId xmlns:a16="http://schemas.microsoft.com/office/drawing/2014/main" id="{C7CDA1A5-A7C6-0AB2-B05E-E03C6B885D6C}"/>
                    </a:ext>
                  </a:extLst>
                </p14:cNvPr>
                <p14:cNvContentPartPr/>
                <p14:nvPr/>
              </p14:nvContentPartPr>
              <p14:xfrm>
                <a:off x="5059188" y="4085081"/>
                <a:ext cx="127800" cy="25560"/>
              </p14:xfrm>
            </p:contentPart>
          </mc:Choice>
          <mc:Fallback>
            <p:pic>
              <p:nvPicPr>
                <p:cNvPr id="747" name="Ink 746">
                  <a:extLst>
                    <a:ext uri="{FF2B5EF4-FFF2-40B4-BE49-F238E27FC236}">
                      <a16:creationId xmlns:a16="http://schemas.microsoft.com/office/drawing/2014/main" id="{C7CDA1A5-A7C6-0AB2-B05E-E03C6B885D6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053068" y="4078961"/>
                  <a:ext cx="1400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748" name="Ink 747">
                  <a:extLst>
                    <a:ext uri="{FF2B5EF4-FFF2-40B4-BE49-F238E27FC236}">
                      <a16:creationId xmlns:a16="http://schemas.microsoft.com/office/drawing/2014/main" id="{D1D64D39-2699-FB56-CAF9-2EDF4E91CE1A}"/>
                    </a:ext>
                  </a:extLst>
                </p14:cNvPr>
                <p14:cNvContentPartPr/>
                <p14:nvPr/>
              </p14:nvContentPartPr>
              <p14:xfrm>
                <a:off x="4978908" y="4076081"/>
                <a:ext cx="105840" cy="119880"/>
              </p14:xfrm>
            </p:contentPart>
          </mc:Choice>
          <mc:Fallback>
            <p:pic>
              <p:nvPicPr>
                <p:cNvPr id="748" name="Ink 747">
                  <a:extLst>
                    <a:ext uri="{FF2B5EF4-FFF2-40B4-BE49-F238E27FC236}">
                      <a16:creationId xmlns:a16="http://schemas.microsoft.com/office/drawing/2014/main" id="{D1D64D39-2699-FB56-CAF9-2EDF4E91CE1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972788" y="4069961"/>
                  <a:ext cx="1180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750" name="Ink 749">
                  <a:extLst>
                    <a:ext uri="{FF2B5EF4-FFF2-40B4-BE49-F238E27FC236}">
                      <a16:creationId xmlns:a16="http://schemas.microsoft.com/office/drawing/2014/main" id="{F879FF61-AD64-745D-F1C7-E56D4E0FAB3D}"/>
                    </a:ext>
                  </a:extLst>
                </p14:cNvPr>
                <p14:cNvContentPartPr/>
                <p14:nvPr/>
              </p14:nvContentPartPr>
              <p14:xfrm>
                <a:off x="4768668" y="4255361"/>
                <a:ext cx="84600" cy="61560"/>
              </p14:xfrm>
            </p:contentPart>
          </mc:Choice>
          <mc:Fallback>
            <p:pic>
              <p:nvPicPr>
                <p:cNvPr id="750" name="Ink 749">
                  <a:extLst>
                    <a:ext uri="{FF2B5EF4-FFF2-40B4-BE49-F238E27FC236}">
                      <a16:creationId xmlns:a16="http://schemas.microsoft.com/office/drawing/2014/main" id="{F879FF61-AD64-745D-F1C7-E56D4E0FAB3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762548" y="4249241"/>
                  <a:ext cx="968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751" name="Ink 750">
                  <a:extLst>
                    <a:ext uri="{FF2B5EF4-FFF2-40B4-BE49-F238E27FC236}">
                      <a16:creationId xmlns:a16="http://schemas.microsoft.com/office/drawing/2014/main" id="{F28D83B9-70F8-17D4-8BFB-1C1698CCE4FE}"/>
                    </a:ext>
                  </a:extLst>
                </p14:cNvPr>
                <p14:cNvContentPartPr/>
                <p14:nvPr/>
              </p14:nvContentPartPr>
              <p14:xfrm>
                <a:off x="4769748" y="4247441"/>
                <a:ext cx="84600" cy="123480"/>
              </p14:xfrm>
            </p:contentPart>
          </mc:Choice>
          <mc:Fallback>
            <p:pic>
              <p:nvPicPr>
                <p:cNvPr id="751" name="Ink 750">
                  <a:extLst>
                    <a:ext uri="{FF2B5EF4-FFF2-40B4-BE49-F238E27FC236}">
                      <a16:creationId xmlns:a16="http://schemas.microsoft.com/office/drawing/2014/main" id="{F28D83B9-70F8-17D4-8BFB-1C1698CCE4F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763628" y="4241321"/>
                  <a:ext cx="96840" cy="13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8" name="Group 757">
            <a:extLst>
              <a:ext uri="{FF2B5EF4-FFF2-40B4-BE49-F238E27FC236}">
                <a16:creationId xmlns:a16="http://schemas.microsoft.com/office/drawing/2014/main" id="{AE32267A-A2D5-E89F-3027-092833E986C0}"/>
              </a:ext>
            </a:extLst>
          </p:cNvPr>
          <p:cNvGrpSpPr/>
          <p:nvPr/>
        </p:nvGrpSpPr>
        <p:grpSpPr>
          <a:xfrm>
            <a:off x="7805113" y="4477703"/>
            <a:ext cx="125640" cy="137520"/>
            <a:chOff x="8770788" y="4563161"/>
            <a:chExt cx="125640" cy="13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753" name="Ink 752">
                  <a:extLst>
                    <a:ext uri="{FF2B5EF4-FFF2-40B4-BE49-F238E27FC236}">
                      <a16:creationId xmlns:a16="http://schemas.microsoft.com/office/drawing/2014/main" id="{5A01F408-E25C-E22C-7FAC-27A8D73C186C}"/>
                    </a:ext>
                  </a:extLst>
                </p14:cNvPr>
                <p14:cNvContentPartPr/>
                <p14:nvPr/>
              </p14:nvContentPartPr>
              <p14:xfrm>
                <a:off x="8776188" y="4563161"/>
                <a:ext cx="120240" cy="77040"/>
              </p14:xfrm>
            </p:contentPart>
          </mc:Choice>
          <mc:Fallback>
            <p:pic>
              <p:nvPicPr>
                <p:cNvPr id="753" name="Ink 752">
                  <a:extLst>
                    <a:ext uri="{FF2B5EF4-FFF2-40B4-BE49-F238E27FC236}">
                      <a16:creationId xmlns:a16="http://schemas.microsoft.com/office/drawing/2014/main" id="{5A01F408-E25C-E22C-7FAC-27A8D73C186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770068" y="4557041"/>
                  <a:ext cx="1324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754" name="Ink 753">
                  <a:extLst>
                    <a:ext uri="{FF2B5EF4-FFF2-40B4-BE49-F238E27FC236}">
                      <a16:creationId xmlns:a16="http://schemas.microsoft.com/office/drawing/2014/main" id="{2084BBE9-6762-5038-C919-E40CCECF25C0}"/>
                    </a:ext>
                  </a:extLst>
                </p14:cNvPr>
                <p14:cNvContentPartPr/>
                <p14:nvPr/>
              </p14:nvContentPartPr>
              <p14:xfrm>
                <a:off x="8770788" y="4563161"/>
                <a:ext cx="117360" cy="137520"/>
              </p14:xfrm>
            </p:contentPart>
          </mc:Choice>
          <mc:Fallback>
            <p:pic>
              <p:nvPicPr>
                <p:cNvPr id="754" name="Ink 753">
                  <a:extLst>
                    <a:ext uri="{FF2B5EF4-FFF2-40B4-BE49-F238E27FC236}">
                      <a16:creationId xmlns:a16="http://schemas.microsoft.com/office/drawing/2014/main" id="{2084BBE9-6762-5038-C919-E40CCECF25C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764668" y="4557041"/>
                  <a:ext cx="129600" cy="14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7" name="Group 756">
            <a:extLst>
              <a:ext uri="{FF2B5EF4-FFF2-40B4-BE49-F238E27FC236}">
                <a16:creationId xmlns:a16="http://schemas.microsoft.com/office/drawing/2014/main" id="{A98A3969-112C-CE2C-9D84-E508F9A0BA4F}"/>
              </a:ext>
            </a:extLst>
          </p:cNvPr>
          <p:cNvGrpSpPr/>
          <p:nvPr/>
        </p:nvGrpSpPr>
        <p:grpSpPr>
          <a:xfrm>
            <a:off x="3332833" y="1307543"/>
            <a:ext cx="207720" cy="334080"/>
            <a:chOff x="4298508" y="1393001"/>
            <a:chExt cx="207720" cy="33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755" name="Ink 754">
                  <a:extLst>
                    <a:ext uri="{FF2B5EF4-FFF2-40B4-BE49-F238E27FC236}">
                      <a16:creationId xmlns:a16="http://schemas.microsoft.com/office/drawing/2014/main" id="{E4A518D7-36D3-3928-3329-296D9032A946}"/>
                    </a:ext>
                  </a:extLst>
                </p14:cNvPr>
                <p14:cNvContentPartPr/>
                <p14:nvPr/>
              </p14:nvContentPartPr>
              <p14:xfrm>
                <a:off x="4298508" y="1418921"/>
                <a:ext cx="154080" cy="35640"/>
              </p14:xfrm>
            </p:contentPart>
          </mc:Choice>
          <mc:Fallback>
            <p:pic>
              <p:nvPicPr>
                <p:cNvPr id="755" name="Ink 754">
                  <a:extLst>
                    <a:ext uri="{FF2B5EF4-FFF2-40B4-BE49-F238E27FC236}">
                      <a16:creationId xmlns:a16="http://schemas.microsoft.com/office/drawing/2014/main" id="{E4A518D7-36D3-3928-3329-296D9032A94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292388" y="1412801"/>
                  <a:ext cx="1663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756" name="Ink 755">
                  <a:extLst>
                    <a:ext uri="{FF2B5EF4-FFF2-40B4-BE49-F238E27FC236}">
                      <a16:creationId xmlns:a16="http://schemas.microsoft.com/office/drawing/2014/main" id="{A10DF1A7-FA73-5943-3B5A-ADE00F962CD9}"/>
                    </a:ext>
                  </a:extLst>
                </p14:cNvPr>
                <p14:cNvContentPartPr/>
                <p14:nvPr/>
              </p14:nvContentPartPr>
              <p14:xfrm>
                <a:off x="4358628" y="1393001"/>
                <a:ext cx="147600" cy="334080"/>
              </p14:xfrm>
            </p:contentPart>
          </mc:Choice>
          <mc:Fallback>
            <p:pic>
              <p:nvPicPr>
                <p:cNvPr id="756" name="Ink 755">
                  <a:extLst>
                    <a:ext uri="{FF2B5EF4-FFF2-40B4-BE49-F238E27FC236}">
                      <a16:creationId xmlns:a16="http://schemas.microsoft.com/office/drawing/2014/main" id="{A10DF1A7-FA73-5943-3B5A-ADE00F962CD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352508" y="1386881"/>
                  <a:ext cx="159840" cy="346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830019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5" y="34959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Регрессия. Линейные модели +</a:t>
            </a:r>
            <a:endParaRPr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826F5E8-F238-7F5F-75A5-44BC8AE9DDD9}"/>
                  </a:ext>
                </a:extLst>
              </p14:cNvPr>
              <p14:cNvContentPartPr/>
              <p14:nvPr/>
            </p14:nvContentPartPr>
            <p14:xfrm>
              <a:off x="521243" y="1495540"/>
              <a:ext cx="327240" cy="3035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826F5E8-F238-7F5F-75A5-44BC8AE9DD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5123" y="1489420"/>
                <a:ext cx="339480" cy="30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D58FD463-5E2C-66A3-FA88-E942820127AC}"/>
                  </a:ext>
                </a:extLst>
              </p14:cNvPr>
              <p14:cNvContentPartPr/>
              <p14:nvPr/>
            </p14:nvContentPartPr>
            <p14:xfrm>
              <a:off x="378719" y="4218580"/>
              <a:ext cx="4993164" cy="3492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D58FD463-5E2C-66A3-FA88-E942820127A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2599" y="4212460"/>
                <a:ext cx="5005404" cy="36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BA64B452-10CA-6B5A-84CD-47CD5D2A8D83}"/>
                  </a:ext>
                </a:extLst>
              </p14:cNvPr>
              <p14:cNvContentPartPr/>
              <p14:nvPr/>
            </p14:nvContentPartPr>
            <p14:xfrm>
              <a:off x="5272523" y="4161700"/>
              <a:ext cx="139680" cy="14184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BA64B452-10CA-6B5A-84CD-47CD5D2A8D8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66403" y="4155580"/>
                <a:ext cx="15192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00BD75FA-DE4B-29A9-422A-1C9DBD4F21BC}"/>
                  </a:ext>
                </a:extLst>
              </p14:cNvPr>
              <p14:cNvContentPartPr/>
              <p14:nvPr/>
            </p14:nvContentPartPr>
            <p14:xfrm>
              <a:off x="485243" y="1356220"/>
              <a:ext cx="78480" cy="21636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00BD75FA-DE4B-29A9-422A-1C9DBD4F21B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79123" y="1350100"/>
                <a:ext cx="90720" cy="22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736" name="Group 735">
            <a:extLst>
              <a:ext uri="{FF2B5EF4-FFF2-40B4-BE49-F238E27FC236}">
                <a16:creationId xmlns:a16="http://schemas.microsoft.com/office/drawing/2014/main" id="{FCACE4F5-28A3-6C25-1D7A-7FA448CAE1F1}"/>
              </a:ext>
            </a:extLst>
          </p:cNvPr>
          <p:cNvGrpSpPr/>
          <p:nvPr/>
        </p:nvGrpSpPr>
        <p:grpSpPr>
          <a:xfrm>
            <a:off x="2076443" y="3041740"/>
            <a:ext cx="124920" cy="130320"/>
            <a:chOff x="5622948" y="3101561"/>
            <a:chExt cx="124920" cy="13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27" name="Ink 726">
                  <a:extLst>
                    <a:ext uri="{FF2B5EF4-FFF2-40B4-BE49-F238E27FC236}">
                      <a16:creationId xmlns:a16="http://schemas.microsoft.com/office/drawing/2014/main" id="{7FE2EBEA-9870-2167-1A51-AC0C75233787}"/>
                    </a:ext>
                  </a:extLst>
                </p14:cNvPr>
                <p14:cNvContentPartPr/>
                <p14:nvPr/>
              </p14:nvContentPartPr>
              <p14:xfrm>
                <a:off x="5622948" y="3101561"/>
                <a:ext cx="124920" cy="130320"/>
              </p14:xfrm>
            </p:contentPart>
          </mc:Choice>
          <mc:Fallback>
            <p:pic>
              <p:nvPicPr>
                <p:cNvPr id="727" name="Ink 726">
                  <a:extLst>
                    <a:ext uri="{FF2B5EF4-FFF2-40B4-BE49-F238E27FC236}">
                      <a16:creationId xmlns:a16="http://schemas.microsoft.com/office/drawing/2014/main" id="{7FE2EBEA-9870-2167-1A51-AC0C7523378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616828" y="3095441"/>
                  <a:ext cx="1371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28" name="Ink 727">
                  <a:extLst>
                    <a:ext uri="{FF2B5EF4-FFF2-40B4-BE49-F238E27FC236}">
                      <a16:creationId xmlns:a16="http://schemas.microsoft.com/office/drawing/2014/main" id="{98CB5E52-093C-44B7-EF10-8FA9BAC1A691}"/>
                    </a:ext>
                  </a:extLst>
                </p14:cNvPr>
                <p14:cNvContentPartPr/>
                <p14:nvPr/>
              </p14:nvContentPartPr>
              <p14:xfrm>
                <a:off x="5653548" y="3127481"/>
                <a:ext cx="64440" cy="75960"/>
              </p14:xfrm>
            </p:contentPart>
          </mc:Choice>
          <mc:Fallback>
            <p:pic>
              <p:nvPicPr>
                <p:cNvPr id="728" name="Ink 727">
                  <a:extLst>
                    <a:ext uri="{FF2B5EF4-FFF2-40B4-BE49-F238E27FC236}">
                      <a16:creationId xmlns:a16="http://schemas.microsoft.com/office/drawing/2014/main" id="{98CB5E52-093C-44B7-EF10-8FA9BAC1A69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647428" y="3121361"/>
                  <a:ext cx="76680" cy="8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5" name="Group 734">
            <a:extLst>
              <a:ext uri="{FF2B5EF4-FFF2-40B4-BE49-F238E27FC236}">
                <a16:creationId xmlns:a16="http://schemas.microsoft.com/office/drawing/2014/main" id="{38842A0A-C607-D3D6-F38C-46970E65BCE6}"/>
              </a:ext>
            </a:extLst>
          </p:cNvPr>
          <p:cNvGrpSpPr/>
          <p:nvPr/>
        </p:nvGrpSpPr>
        <p:grpSpPr>
          <a:xfrm>
            <a:off x="2696239" y="1643327"/>
            <a:ext cx="111240" cy="142920"/>
            <a:chOff x="6426468" y="1665881"/>
            <a:chExt cx="111240" cy="14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729" name="Ink 728">
                  <a:extLst>
                    <a:ext uri="{FF2B5EF4-FFF2-40B4-BE49-F238E27FC236}">
                      <a16:creationId xmlns:a16="http://schemas.microsoft.com/office/drawing/2014/main" id="{E2829720-4A52-886C-1FA3-822D830671E8}"/>
                    </a:ext>
                  </a:extLst>
                </p14:cNvPr>
                <p14:cNvContentPartPr/>
                <p14:nvPr/>
              </p14:nvContentPartPr>
              <p14:xfrm>
                <a:off x="6426468" y="1717721"/>
                <a:ext cx="111240" cy="43920"/>
              </p14:xfrm>
            </p:contentPart>
          </mc:Choice>
          <mc:Fallback>
            <p:pic>
              <p:nvPicPr>
                <p:cNvPr id="729" name="Ink 728">
                  <a:extLst>
                    <a:ext uri="{FF2B5EF4-FFF2-40B4-BE49-F238E27FC236}">
                      <a16:creationId xmlns:a16="http://schemas.microsoft.com/office/drawing/2014/main" id="{E2829720-4A52-886C-1FA3-822D830671E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420348" y="1711601"/>
                  <a:ext cx="1234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730" name="Ink 729">
                  <a:extLst>
                    <a:ext uri="{FF2B5EF4-FFF2-40B4-BE49-F238E27FC236}">
                      <a16:creationId xmlns:a16="http://schemas.microsoft.com/office/drawing/2014/main" id="{FBD6DC7E-D779-C2D1-4E7C-B5FA76F031AB}"/>
                    </a:ext>
                  </a:extLst>
                </p14:cNvPr>
                <p14:cNvContentPartPr/>
                <p14:nvPr/>
              </p14:nvContentPartPr>
              <p14:xfrm>
                <a:off x="6464988" y="1665881"/>
                <a:ext cx="64440" cy="142920"/>
              </p14:xfrm>
            </p:contentPart>
          </mc:Choice>
          <mc:Fallback>
            <p:pic>
              <p:nvPicPr>
                <p:cNvPr id="730" name="Ink 729">
                  <a:extLst>
                    <a:ext uri="{FF2B5EF4-FFF2-40B4-BE49-F238E27FC236}">
                      <a16:creationId xmlns:a16="http://schemas.microsoft.com/office/drawing/2014/main" id="{FBD6DC7E-D779-C2D1-4E7C-B5FA76F031A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458868" y="1659761"/>
                  <a:ext cx="76680" cy="15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4" name="Group 733">
            <a:extLst>
              <a:ext uri="{FF2B5EF4-FFF2-40B4-BE49-F238E27FC236}">
                <a16:creationId xmlns:a16="http://schemas.microsoft.com/office/drawing/2014/main" id="{43812785-0BC0-78DD-B090-105FF0ED2029}"/>
              </a:ext>
            </a:extLst>
          </p:cNvPr>
          <p:cNvGrpSpPr/>
          <p:nvPr/>
        </p:nvGrpSpPr>
        <p:grpSpPr>
          <a:xfrm>
            <a:off x="2582963" y="2084155"/>
            <a:ext cx="127440" cy="192240"/>
            <a:chOff x="6247188" y="2144681"/>
            <a:chExt cx="127440" cy="19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731" name="Ink 730">
                  <a:extLst>
                    <a:ext uri="{FF2B5EF4-FFF2-40B4-BE49-F238E27FC236}">
                      <a16:creationId xmlns:a16="http://schemas.microsoft.com/office/drawing/2014/main" id="{FD0E1A5B-089E-8B99-B8D2-1D16D61B6BCD}"/>
                    </a:ext>
                  </a:extLst>
                </p14:cNvPr>
                <p14:cNvContentPartPr/>
                <p14:nvPr/>
              </p14:nvContentPartPr>
              <p14:xfrm>
                <a:off x="6247188" y="2161601"/>
                <a:ext cx="127440" cy="52920"/>
              </p14:xfrm>
            </p:contentPart>
          </mc:Choice>
          <mc:Fallback>
            <p:pic>
              <p:nvPicPr>
                <p:cNvPr id="731" name="Ink 730">
                  <a:extLst>
                    <a:ext uri="{FF2B5EF4-FFF2-40B4-BE49-F238E27FC236}">
                      <a16:creationId xmlns:a16="http://schemas.microsoft.com/office/drawing/2014/main" id="{FD0E1A5B-089E-8B99-B8D2-1D16D61B6BC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241068" y="2155481"/>
                  <a:ext cx="1396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732" name="Ink 731">
                  <a:extLst>
                    <a:ext uri="{FF2B5EF4-FFF2-40B4-BE49-F238E27FC236}">
                      <a16:creationId xmlns:a16="http://schemas.microsoft.com/office/drawing/2014/main" id="{F299E946-7FC0-E75F-8DF5-4C2E5203DF43}"/>
                    </a:ext>
                  </a:extLst>
                </p14:cNvPr>
                <p14:cNvContentPartPr/>
                <p14:nvPr/>
              </p14:nvContentPartPr>
              <p14:xfrm>
                <a:off x="6247908" y="2144681"/>
                <a:ext cx="85320" cy="192240"/>
              </p14:xfrm>
            </p:contentPart>
          </mc:Choice>
          <mc:Fallback>
            <p:pic>
              <p:nvPicPr>
                <p:cNvPr id="732" name="Ink 731">
                  <a:extLst>
                    <a:ext uri="{FF2B5EF4-FFF2-40B4-BE49-F238E27FC236}">
                      <a16:creationId xmlns:a16="http://schemas.microsoft.com/office/drawing/2014/main" id="{F299E946-7FC0-E75F-8DF5-4C2E5203DF4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241788" y="2138561"/>
                  <a:ext cx="97560" cy="20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1" name="Group 740">
            <a:extLst>
              <a:ext uri="{FF2B5EF4-FFF2-40B4-BE49-F238E27FC236}">
                <a16:creationId xmlns:a16="http://schemas.microsoft.com/office/drawing/2014/main" id="{36939969-16DC-7555-B441-B8391BBC5C0B}"/>
              </a:ext>
            </a:extLst>
          </p:cNvPr>
          <p:cNvGrpSpPr/>
          <p:nvPr/>
        </p:nvGrpSpPr>
        <p:grpSpPr>
          <a:xfrm>
            <a:off x="2478563" y="2571940"/>
            <a:ext cx="57960" cy="128160"/>
            <a:chOff x="6025068" y="2631761"/>
            <a:chExt cx="57960" cy="12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733" name="Ink 732">
                  <a:extLst>
                    <a:ext uri="{FF2B5EF4-FFF2-40B4-BE49-F238E27FC236}">
                      <a16:creationId xmlns:a16="http://schemas.microsoft.com/office/drawing/2014/main" id="{534C5B88-DC18-8084-8478-E58A79A6908D}"/>
                    </a:ext>
                  </a:extLst>
                </p14:cNvPr>
                <p14:cNvContentPartPr/>
                <p14:nvPr/>
              </p14:nvContentPartPr>
              <p14:xfrm>
                <a:off x="6025068" y="2674601"/>
                <a:ext cx="57960" cy="9000"/>
              </p14:xfrm>
            </p:contentPart>
          </mc:Choice>
          <mc:Fallback>
            <p:pic>
              <p:nvPicPr>
                <p:cNvPr id="733" name="Ink 732">
                  <a:extLst>
                    <a:ext uri="{FF2B5EF4-FFF2-40B4-BE49-F238E27FC236}">
                      <a16:creationId xmlns:a16="http://schemas.microsoft.com/office/drawing/2014/main" id="{534C5B88-DC18-8084-8478-E58A79A6908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018948" y="2668481"/>
                  <a:ext cx="702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737" name="Ink 736">
                  <a:extLst>
                    <a:ext uri="{FF2B5EF4-FFF2-40B4-BE49-F238E27FC236}">
                      <a16:creationId xmlns:a16="http://schemas.microsoft.com/office/drawing/2014/main" id="{1095C83B-99D2-0AA4-1829-ECADB5339737}"/>
                    </a:ext>
                  </a:extLst>
                </p14:cNvPr>
                <p14:cNvContentPartPr/>
                <p14:nvPr/>
              </p14:nvContentPartPr>
              <p14:xfrm>
                <a:off x="6043068" y="2631761"/>
                <a:ext cx="33120" cy="128160"/>
              </p14:xfrm>
            </p:contentPart>
          </mc:Choice>
          <mc:Fallback>
            <p:pic>
              <p:nvPicPr>
                <p:cNvPr id="737" name="Ink 736">
                  <a:extLst>
                    <a:ext uri="{FF2B5EF4-FFF2-40B4-BE49-F238E27FC236}">
                      <a16:creationId xmlns:a16="http://schemas.microsoft.com/office/drawing/2014/main" id="{1095C83B-99D2-0AA4-1829-ECADB533973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036948" y="2625641"/>
                  <a:ext cx="45360" cy="14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0" name="Group 739">
            <a:extLst>
              <a:ext uri="{FF2B5EF4-FFF2-40B4-BE49-F238E27FC236}">
                <a16:creationId xmlns:a16="http://schemas.microsoft.com/office/drawing/2014/main" id="{14412DB2-3F73-7C08-1914-353EA313C27F}"/>
              </a:ext>
            </a:extLst>
          </p:cNvPr>
          <p:cNvGrpSpPr/>
          <p:nvPr/>
        </p:nvGrpSpPr>
        <p:grpSpPr>
          <a:xfrm>
            <a:off x="2375963" y="2948140"/>
            <a:ext cx="141120" cy="88920"/>
            <a:chOff x="5922468" y="3007961"/>
            <a:chExt cx="141120" cy="8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738" name="Ink 737">
                  <a:extLst>
                    <a:ext uri="{FF2B5EF4-FFF2-40B4-BE49-F238E27FC236}">
                      <a16:creationId xmlns:a16="http://schemas.microsoft.com/office/drawing/2014/main" id="{DD6CB79E-7FE4-10B2-C2AD-73038C8C5169}"/>
                    </a:ext>
                  </a:extLst>
                </p14:cNvPr>
                <p14:cNvContentPartPr/>
                <p14:nvPr/>
              </p14:nvContentPartPr>
              <p14:xfrm>
                <a:off x="5922468" y="3033881"/>
                <a:ext cx="141120" cy="18000"/>
              </p14:xfrm>
            </p:contentPart>
          </mc:Choice>
          <mc:Fallback>
            <p:pic>
              <p:nvPicPr>
                <p:cNvPr id="738" name="Ink 737">
                  <a:extLst>
                    <a:ext uri="{FF2B5EF4-FFF2-40B4-BE49-F238E27FC236}">
                      <a16:creationId xmlns:a16="http://schemas.microsoft.com/office/drawing/2014/main" id="{DD6CB79E-7FE4-10B2-C2AD-73038C8C516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916348" y="3027761"/>
                  <a:ext cx="1533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739" name="Ink 738">
                  <a:extLst>
                    <a:ext uri="{FF2B5EF4-FFF2-40B4-BE49-F238E27FC236}">
                      <a16:creationId xmlns:a16="http://schemas.microsoft.com/office/drawing/2014/main" id="{7304CE0A-2269-43C2-241A-42FC6BDC57D2}"/>
                    </a:ext>
                  </a:extLst>
                </p14:cNvPr>
                <p14:cNvContentPartPr/>
                <p14:nvPr/>
              </p14:nvContentPartPr>
              <p14:xfrm>
                <a:off x="5981148" y="3007961"/>
                <a:ext cx="26640" cy="88920"/>
              </p14:xfrm>
            </p:contentPart>
          </mc:Choice>
          <mc:Fallback>
            <p:pic>
              <p:nvPicPr>
                <p:cNvPr id="739" name="Ink 738">
                  <a:extLst>
                    <a:ext uri="{FF2B5EF4-FFF2-40B4-BE49-F238E27FC236}">
                      <a16:creationId xmlns:a16="http://schemas.microsoft.com/office/drawing/2014/main" id="{7304CE0A-2269-43C2-241A-42FC6BDC57D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975028" y="3001841"/>
                  <a:ext cx="38880" cy="10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4" name="Group 743">
            <a:extLst>
              <a:ext uri="{FF2B5EF4-FFF2-40B4-BE49-F238E27FC236}">
                <a16:creationId xmlns:a16="http://schemas.microsoft.com/office/drawing/2014/main" id="{80992455-19DF-05A4-9BAC-D4C89BD9F842}"/>
              </a:ext>
            </a:extLst>
          </p:cNvPr>
          <p:cNvGrpSpPr/>
          <p:nvPr/>
        </p:nvGrpSpPr>
        <p:grpSpPr>
          <a:xfrm>
            <a:off x="1923083" y="3460780"/>
            <a:ext cx="171360" cy="44280"/>
            <a:chOff x="5469588" y="3520601"/>
            <a:chExt cx="171360" cy="4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742" name="Ink 741">
                  <a:extLst>
                    <a:ext uri="{FF2B5EF4-FFF2-40B4-BE49-F238E27FC236}">
                      <a16:creationId xmlns:a16="http://schemas.microsoft.com/office/drawing/2014/main" id="{0EAFB051-151F-7F05-BF57-FAD774222AFA}"/>
                    </a:ext>
                  </a:extLst>
                </p14:cNvPr>
                <p14:cNvContentPartPr/>
                <p14:nvPr/>
              </p14:nvContentPartPr>
              <p14:xfrm>
                <a:off x="5469588" y="3546521"/>
                <a:ext cx="171360" cy="17280"/>
              </p14:xfrm>
            </p:contentPart>
          </mc:Choice>
          <mc:Fallback>
            <p:pic>
              <p:nvPicPr>
                <p:cNvPr id="742" name="Ink 741">
                  <a:extLst>
                    <a:ext uri="{FF2B5EF4-FFF2-40B4-BE49-F238E27FC236}">
                      <a16:creationId xmlns:a16="http://schemas.microsoft.com/office/drawing/2014/main" id="{0EAFB051-151F-7F05-BF57-FAD774222AF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463468" y="3540401"/>
                  <a:ext cx="1836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743" name="Ink 742">
                  <a:extLst>
                    <a:ext uri="{FF2B5EF4-FFF2-40B4-BE49-F238E27FC236}">
                      <a16:creationId xmlns:a16="http://schemas.microsoft.com/office/drawing/2014/main" id="{8C3E53DD-A37B-61BC-1BE4-EA749166FE20}"/>
                    </a:ext>
                  </a:extLst>
                </p14:cNvPr>
                <p14:cNvContentPartPr/>
                <p14:nvPr/>
              </p14:nvContentPartPr>
              <p14:xfrm>
                <a:off x="5555988" y="3520601"/>
                <a:ext cx="24480" cy="44280"/>
              </p14:xfrm>
            </p:contentPart>
          </mc:Choice>
          <mc:Fallback>
            <p:pic>
              <p:nvPicPr>
                <p:cNvPr id="743" name="Ink 742">
                  <a:extLst>
                    <a:ext uri="{FF2B5EF4-FFF2-40B4-BE49-F238E27FC236}">
                      <a16:creationId xmlns:a16="http://schemas.microsoft.com/office/drawing/2014/main" id="{8C3E53DD-A37B-61BC-1BE4-EA749166FE2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549868" y="3514481"/>
                  <a:ext cx="36720" cy="5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2" name="Group 751">
            <a:extLst>
              <a:ext uri="{FF2B5EF4-FFF2-40B4-BE49-F238E27FC236}">
                <a16:creationId xmlns:a16="http://schemas.microsoft.com/office/drawing/2014/main" id="{24E2CF06-68AE-9CBA-8289-BA79D20B1A96}"/>
              </a:ext>
            </a:extLst>
          </p:cNvPr>
          <p:cNvGrpSpPr/>
          <p:nvPr/>
        </p:nvGrpSpPr>
        <p:grpSpPr>
          <a:xfrm>
            <a:off x="1016963" y="3777220"/>
            <a:ext cx="846000" cy="659160"/>
            <a:chOff x="4563468" y="3837041"/>
            <a:chExt cx="846000" cy="65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717" name="Ink 716">
                  <a:extLst>
                    <a:ext uri="{FF2B5EF4-FFF2-40B4-BE49-F238E27FC236}">
                      <a16:creationId xmlns:a16="http://schemas.microsoft.com/office/drawing/2014/main" id="{4C20D17A-EA6D-5FE5-29BD-2BDEC8527D43}"/>
                    </a:ext>
                  </a:extLst>
                </p14:cNvPr>
                <p14:cNvContentPartPr/>
                <p14:nvPr/>
              </p14:nvContentPartPr>
              <p14:xfrm>
                <a:off x="4563468" y="4417721"/>
                <a:ext cx="119520" cy="61200"/>
              </p14:xfrm>
            </p:contentPart>
          </mc:Choice>
          <mc:Fallback>
            <p:pic>
              <p:nvPicPr>
                <p:cNvPr id="717" name="Ink 716">
                  <a:extLst>
                    <a:ext uri="{FF2B5EF4-FFF2-40B4-BE49-F238E27FC236}">
                      <a16:creationId xmlns:a16="http://schemas.microsoft.com/office/drawing/2014/main" id="{4C20D17A-EA6D-5FE5-29BD-2BDEC8527D4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557348" y="4411601"/>
                  <a:ext cx="1317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718" name="Ink 717">
                  <a:extLst>
                    <a:ext uri="{FF2B5EF4-FFF2-40B4-BE49-F238E27FC236}">
                      <a16:creationId xmlns:a16="http://schemas.microsoft.com/office/drawing/2014/main" id="{9CDAD2D0-ADBC-793C-97CF-4B42A2443FB8}"/>
                    </a:ext>
                  </a:extLst>
                </p14:cNvPr>
                <p14:cNvContentPartPr/>
                <p14:nvPr/>
              </p14:nvContentPartPr>
              <p14:xfrm>
                <a:off x="4569588" y="4417721"/>
                <a:ext cx="96480" cy="78480"/>
              </p14:xfrm>
            </p:contentPart>
          </mc:Choice>
          <mc:Fallback>
            <p:pic>
              <p:nvPicPr>
                <p:cNvPr id="718" name="Ink 717">
                  <a:extLst>
                    <a:ext uri="{FF2B5EF4-FFF2-40B4-BE49-F238E27FC236}">
                      <a16:creationId xmlns:a16="http://schemas.microsoft.com/office/drawing/2014/main" id="{9CDAD2D0-ADBC-793C-97CF-4B42A2443FB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563468" y="4411601"/>
                  <a:ext cx="1087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745" name="Ink 744">
                  <a:extLst>
                    <a:ext uri="{FF2B5EF4-FFF2-40B4-BE49-F238E27FC236}">
                      <a16:creationId xmlns:a16="http://schemas.microsoft.com/office/drawing/2014/main" id="{41853F46-B513-C46A-541E-73AAEA54C344}"/>
                    </a:ext>
                  </a:extLst>
                </p14:cNvPr>
                <p14:cNvContentPartPr/>
                <p14:nvPr/>
              </p14:nvContentPartPr>
              <p14:xfrm>
                <a:off x="5281308" y="3845321"/>
                <a:ext cx="128160" cy="61200"/>
              </p14:xfrm>
            </p:contentPart>
          </mc:Choice>
          <mc:Fallback>
            <p:pic>
              <p:nvPicPr>
                <p:cNvPr id="745" name="Ink 744">
                  <a:extLst>
                    <a:ext uri="{FF2B5EF4-FFF2-40B4-BE49-F238E27FC236}">
                      <a16:creationId xmlns:a16="http://schemas.microsoft.com/office/drawing/2014/main" id="{41853F46-B513-C46A-541E-73AAEA54C34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275188" y="3839201"/>
                  <a:ext cx="1404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746" name="Ink 745">
                  <a:extLst>
                    <a:ext uri="{FF2B5EF4-FFF2-40B4-BE49-F238E27FC236}">
                      <a16:creationId xmlns:a16="http://schemas.microsoft.com/office/drawing/2014/main" id="{24CD35DC-8560-01AC-5593-E17478A4E3B2}"/>
                    </a:ext>
                  </a:extLst>
                </p14:cNvPr>
                <p14:cNvContentPartPr/>
                <p14:nvPr/>
              </p14:nvContentPartPr>
              <p14:xfrm>
                <a:off x="5278428" y="3837041"/>
                <a:ext cx="105840" cy="140760"/>
              </p14:xfrm>
            </p:contentPart>
          </mc:Choice>
          <mc:Fallback>
            <p:pic>
              <p:nvPicPr>
                <p:cNvPr id="746" name="Ink 745">
                  <a:extLst>
                    <a:ext uri="{FF2B5EF4-FFF2-40B4-BE49-F238E27FC236}">
                      <a16:creationId xmlns:a16="http://schemas.microsoft.com/office/drawing/2014/main" id="{24CD35DC-8560-01AC-5593-E17478A4E3B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272308" y="3830921"/>
                  <a:ext cx="1180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747" name="Ink 746">
                  <a:extLst>
                    <a:ext uri="{FF2B5EF4-FFF2-40B4-BE49-F238E27FC236}">
                      <a16:creationId xmlns:a16="http://schemas.microsoft.com/office/drawing/2014/main" id="{C7CDA1A5-A7C6-0AB2-B05E-E03C6B885D6C}"/>
                    </a:ext>
                  </a:extLst>
                </p14:cNvPr>
                <p14:cNvContentPartPr/>
                <p14:nvPr/>
              </p14:nvContentPartPr>
              <p14:xfrm>
                <a:off x="5059188" y="4085081"/>
                <a:ext cx="127800" cy="25560"/>
              </p14:xfrm>
            </p:contentPart>
          </mc:Choice>
          <mc:Fallback>
            <p:pic>
              <p:nvPicPr>
                <p:cNvPr id="747" name="Ink 746">
                  <a:extLst>
                    <a:ext uri="{FF2B5EF4-FFF2-40B4-BE49-F238E27FC236}">
                      <a16:creationId xmlns:a16="http://schemas.microsoft.com/office/drawing/2014/main" id="{C7CDA1A5-A7C6-0AB2-B05E-E03C6B885D6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053068" y="4078961"/>
                  <a:ext cx="1400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748" name="Ink 747">
                  <a:extLst>
                    <a:ext uri="{FF2B5EF4-FFF2-40B4-BE49-F238E27FC236}">
                      <a16:creationId xmlns:a16="http://schemas.microsoft.com/office/drawing/2014/main" id="{D1D64D39-2699-FB56-CAF9-2EDF4E91CE1A}"/>
                    </a:ext>
                  </a:extLst>
                </p14:cNvPr>
                <p14:cNvContentPartPr/>
                <p14:nvPr/>
              </p14:nvContentPartPr>
              <p14:xfrm>
                <a:off x="4978908" y="4076081"/>
                <a:ext cx="105840" cy="119880"/>
              </p14:xfrm>
            </p:contentPart>
          </mc:Choice>
          <mc:Fallback>
            <p:pic>
              <p:nvPicPr>
                <p:cNvPr id="748" name="Ink 747">
                  <a:extLst>
                    <a:ext uri="{FF2B5EF4-FFF2-40B4-BE49-F238E27FC236}">
                      <a16:creationId xmlns:a16="http://schemas.microsoft.com/office/drawing/2014/main" id="{D1D64D39-2699-FB56-CAF9-2EDF4E91CE1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972788" y="4069961"/>
                  <a:ext cx="1180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750" name="Ink 749">
                  <a:extLst>
                    <a:ext uri="{FF2B5EF4-FFF2-40B4-BE49-F238E27FC236}">
                      <a16:creationId xmlns:a16="http://schemas.microsoft.com/office/drawing/2014/main" id="{F879FF61-AD64-745D-F1C7-E56D4E0FAB3D}"/>
                    </a:ext>
                  </a:extLst>
                </p14:cNvPr>
                <p14:cNvContentPartPr/>
                <p14:nvPr/>
              </p14:nvContentPartPr>
              <p14:xfrm>
                <a:off x="4768668" y="4255361"/>
                <a:ext cx="84600" cy="61560"/>
              </p14:xfrm>
            </p:contentPart>
          </mc:Choice>
          <mc:Fallback>
            <p:pic>
              <p:nvPicPr>
                <p:cNvPr id="750" name="Ink 749">
                  <a:extLst>
                    <a:ext uri="{FF2B5EF4-FFF2-40B4-BE49-F238E27FC236}">
                      <a16:creationId xmlns:a16="http://schemas.microsoft.com/office/drawing/2014/main" id="{F879FF61-AD64-745D-F1C7-E56D4E0FAB3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762548" y="4249241"/>
                  <a:ext cx="968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751" name="Ink 750">
                  <a:extLst>
                    <a:ext uri="{FF2B5EF4-FFF2-40B4-BE49-F238E27FC236}">
                      <a16:creationId xmlns:a16="http://schemas.microsoft.com/office/drawing/2014/main" id="{F28D83B9-70F8-17D4-8BFB-1C1698CCE4FE}"/>
                    </a:ext>
                  </a:extLst>
                </p14:cNvPr>
                <p14:cNvContentPartPr/>
                <p14:nvPr/>
              </p14:nvContentPartPr>
              <p14:xfrm>
                <a:off x="4769748" y="4247441"/>
                <a:ext cx="84600" cy="123480"/>
              </p14:xfrm>
            </p:contentPart>
          </mc:Choice>
          <mc:Fallback>
            <p:pic>
              <p:nvPicPr>
                <p:cNvPr id="751" name="Ink 750">
                  <a:extLst>
                    <a:ext uri="{FF2B5EF4-FFF2-40B4-BE49-F238E27FC236}">
                      <a16:creationId xmlns:a16="http://schemas.microsoft.com/office/drawing/2014/main" id="{F28D83B9-70F8-17D4-8BFB-1C1698CCE4F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763628" y="4241321"/>
                  <a:ext cx="96840" cy="13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8" name="Group 757">
            <a:extLst>
              <a:ext uri="{FF2B5EF4-FFF2-40B4-BE49-F238E27FC236}">
                <a16:creationId xmlns:a16="http://schemas.microsoft.com/office/drawing/2014/main" id="{AE32267A-A2D5-E89F-3027-092833E986C0}"/>
              </a:ext>
            </a:extLst>
          </p:cNvPr>
          <p:cNvGrpSpPr/>
          <p:nvPr/>
        </p:nvGrpSpPr>
        <p:grpSpPr>
          <a:xfrm>
            <a:off x="5224283" y="4503340"/>
            <a:ext cx="125640" cy="137520"/>
            <a:chOff x="8770788" y="4563161"/>
            <a:chExt cx="125640" cy="13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753" name="Ink 752">
                  <a:extLst>
                    <a:ext uri="{FF2B5EF4-FFF2-40B4-BE49-F238E27FC236}">
                      <a16:creationId xmlns:a16="http://schemas.microsoft.com/office/drawing/2014/main" id="{5A01F408-E25C-E22C-7FAC-27A8D73C186C}"/>
                    </a:ext>
                  </a:extLst>
                </p14:cNvPr>
                <p14:cNvContentPartPr/>
                <p14:nvPr/>
              </p14:nvContentPartPr>
              <p14:xfrm>
                <a:off x="8776188" y="4563161"/>
                <a:ext cx="120240" cy="77040"/>
              </p14:xfrm>
            </p:contentPart>
          </mc:Choice>
          <mc:Fallback>
            <p:pic>
              <p:nvPicPr>
                <p:cNvPr id="753" name="Ink 752">
                  <a:extLst>
                    <a:ext uri="{FF2B5EF4-FFF2-40B4-BE49-F238E27FC236}">
                      <a16:creationId xmlns:a16="http://schemas.microsoft.com/office/drawing/2014/main" id="{5A01F408-E25C-E22C-7FAC-27A8D73C186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770068" y="4557041"/>
                  <a:ext cx="1324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754" name="Ink 753">
                  <a:extLst>
                    <a:ext uri="{FF2B5EF4-FFF2-40B4-BE49-F238E27FC236}">
                      <a16:creationId xmlns:a16="http://schemas.microsoft.com/office/drawing/2014/main" id="{2084BBE9-6762-5038-C919-E40CCECF25C0}"/>
                    </a:ext>
                  </a:extLst>
                </p14:cNvPr>
                <p14:cNvContentPartPr/>
                <p14:nvPr/>
              </p14:nvContentPartPr>
              <p14:xfrm>
                <a:off x="8770788" y="4563161"/>
                <a:ext cx="117360" cy="137520"/>
              </p14:xfrm>
            </p:contentPart>
          </mc:Choice>
          <mc:Fallback>
            <p:pic>
              <p:nvPicPr>
                <p:cNvPr id="754" name="Ink 753">
                  <a:extLst>
                    <a:ext uri="{FF2B5EF4-FFF2-40B4-BE49-F238E27FC236}">
                      <a16:creationId xmlns:a16="http://schemas.microsoft.com/office/drawing/2014/main" id="{2084BBE9-6762-5038-C919-E40CCECF25C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764668" y="4557041"/>
                  <a:ext cx="129600" cy="14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7" name="Group 756">
            <a:extLst>
              <a:ext uri="{FF2B5EF4-FFF2-40B4-BE49-F238E27FC236}">
                <a16:creationId xmlns:a16="http://schemas.microsoft.com/office/drawing/2014/main" id="{A98A3969-112C-CE2C-9D84-E508F9A0BA4F}"/>
              </a:ext>
            </a:extLst>
          </p:cNvPr>
          <p:cNvGrpSpPr/>
          <p:nvPr/>
        </p:nvGrpSpPr>
        <p:grpSpPr>
          <a:xfrm>
            <a:off x="752003" y="1333180"/>
            <a:ext cx="207720" cy="334080"/>
            <a:chOff x="4298508" y="1393001"/>
            <a:chExt cx="207720" cy="33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755" name="Ink 754">
                  <a:extLst>
                    <a:ext uri="{FF2B5EF4-FFF2-40B4-BE49-F238E27FC236}">
                      <a16:creationId xmlns:a16="http://schemas.microsoft.com/office/drawing/2014/main" id="{E4A518D7-36D3-3928-3329-296D9032A946}"/>
                    </a:ext>
                  </a:extLst>
                </p14:cNvPr>
                <p14:cNvContentPartPr/>
                <p14:nvPr/>
              </p14:nvContentPartPr>
              <p14:xfrm>
                <a:off x="4298508" y="1418921"/>
                <a:ext cx="154080" cy="35640"/>
              </p14:xfrm>
            </p:contentPart>
          </mc:Choice>
          <mc:Fallback>
            <p:pic>
              <p:nvPicPr>
                <p:cNvPr id="755" name="Ink 754">
                  <a:extLst>
                    <a:ext uri="{FF2B5EF4-FFF2-40B4-BE49-F238E27FC236}">
                      <a16:creationId xmlns:a16="http://schemas.microsoft.com/office/drawing/2014/main" id="{E4A518D7-36D3-3928-3329-296D9032A94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292388" y="1412801"/>
                  <a:ext cx="1663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756" name="Ink 755">
                  <a:extLst>
                    <a:ext uri="{FF2B5EF4-FFF2-40B4-BE49-F238E27FC236}">
                      <a16:creationId xmlns:a16="http://schemas.microsoft.com/office/drawing/2014/main" id="{A10DF1A7-FA73-5943-3B5A-ADE00F962CD9}"/>
                    </a:ext>
                  </a:extLst>
                </p14:cNvPr>
                <p14:cNvContentPartPr/>
                <p14:nvPr/>
              </p14:nvContentPartPr>
              <p14:xfrm>
                <a:off x="4358628" y="1393001"/>
                <a:ext cx="147600" cy="334080"/>
              </p14:xfrm>
            </p:contentPart>
          </mc:Choice>
          <mc:Fallback>
            <p:pic>
              <p:nvPicPr>
                <p:cNvPr id="756" name="Ink 755">
                  <a:extLst>
                    <a:ext uri="{FF2B5EF4-FFF2-40B4-BE49-F238E27FC236}">
                      <a16:creationId xmlns:a16="http://schemas.microsoft.com/office/drawing/2014/main" id="{A10DF1A7-FA73-5943-3B5A-ADE00F962CD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352508" y="1386881"/>
                  <a:ext cx="159840" cy="3463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1BA04B9-ED8E-D4F1-A774-4E44609C20E2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2912362" y="2070738"/>
            <a:ext cx="6231637" cy="188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0649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5" y="34959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Регрессия. Полиномиальные модели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5583E7-F594-929A-A52A-BB7531186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0055" y="1231257"/>
            <a:ext cx="5137843" cy="3912243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B4F0FB27-F965-CD89-BC59-5A8ABCF63B4B}"/>
              </a:ext>
            </a:extLst>
          </p:cNvPr>
          <p:cNvGrpSpPr/>
          <p:nvPr/>
        </p:nvGrpSpPr>
        <p:grpSpPr>
          <a:xfrm>
            <a:off x="6724908" y="1786121"/>
            <a:ext cx="2065320" cy="502920"/>
            <a:chOff x="6724908" y="1786121"/>
            <a:chExt cx="2065320" cy="50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8F0B941-4F74-D4D6-39CA-A160F92C70CA}"/>
                    </a:ext>
                  </a:extLst>
                </p14:cNvPr>
                <p14:cNvContentPartPr/>
                <p14:nvPr/>
              </p14:nvContentPartPr>
              <p14:xfrm>
                <a:off x="6724908" y="1956401"/>
                <a:ext cx="172800" cy="3326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8F0B941-4F74-D4D6-39CA-A160F92C70C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718788" y="1950281"/>
                  <a:ext cx="18504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4D35E49-9411-976C-A752-05F4239844C9}"/>
                    </a:ext>
                  </a:extLst>
                </p14:cNvPr>
                <p14:cNvContentPartPr/>
                <p14:nvPr/>
              </p14:nvContentPartPr>
              <p14:xfrm>
                <a:off x="6913188" y="2001401"/>
                <a:ext cx="75240" cy="72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4D35E49-9411-976C-A752-05F4239844C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907068" y="1995281"/>
                  <a:ext cx="8748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D9A6C42-C7C2-FEB1-34B8-54741A123EA9}"/>
                    </a:ext>
                  </a:extLst>
                </p14:cNvPr>
                <p14:cNvContentPartPr/>
                <p14:nvPr/>
              </p14:nvContentPartPr>
              <p14:xfrm>
                <a:off x="6939108" y="2051081"/>
                <a:ext cx="67320" cy="86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D9A6C42-C7C2-FEB1-34B8-54741A123EA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932988" y="2044961"/>
                  <a:ext cx="795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40BF972-F0B0-7DC2-920D-B127C43E3200}"/>
                    </a:ext>
                  </a:extLst>
                </p14:cNvPr>
                <p14:cNvContentPartPr/>
                <p14:nvPr/>
              </p14:nvContentPartPr>
              <p14:xfrm>
                <a:off x="7038828" y="1961801"/>
                <a:ext cx="190440" cy="149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40BF972-F0B0-7DC2-920D-B127C43E320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032708" y="1955681"/>
                  <a:ext cx="2026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8F79337-210D-A0EF-5D2D-E7B0BF549035}"/>
                    </a:ext>
                  </a:extLst>
                </p14:cNvPr>
                <p14:cNvContentPartPr/>
                <p14:nvPr/>
              </p14:nvContentPartPr>
              <p14:xfrm>
                <a:off x="7246548" y="1948481"/>
                <a:ext cx="227880" cy="135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8F79337-210D-A0EF-5D2D-E7B0BF54903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240428" y="1942361"/>
                  <a:ext cx="2401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5CB35D4-30FA-2243-14F7-6AF76746BF9C}"/>
                    </a:ext>
                  </a:extLst>
                </p14:cNvPr>
                <p14:cNvContentPartPr/>
                <p14:nvPr/>
              </p14:nvContentPartPr>
              <p14:xfrm>
                <a:off x="7374708" y="1931561"/>
                <a:ext cx="8640" cy="1447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5CB35D4-30FA-2243-14F7-6AF76746BF9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368588" y="1925441"/>
                  <a:ext cx="208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947EF76-F0FB-7182-CCD9-5C498A19A50A}"/>
                    </a:ext>
                  </a:extLst>
                </p14:cNvPr>
                <p14:cNvContentPartPr/>
                <p14:nvPr/>
              </p14:nvContentPartPr>
              <p14:xfrm>
                <a:off x="7443108" y="1845161"/>
                <a:ext cx="137160" cy="103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947EF76-F0FB-7182-CCD9-5C498A19A50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436988" y="1839041"/>
                  <a:ext cx="1494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AD9200F-304C-518E-D527-5CDD38BF29C2}"/>
                    </a:ext>
                  </a:extLst>
                </p14:cNvPr>
                <p14:cNvContentPartPr/>
                <p14:nvPr/>
              </p14:nvContentPartPr>
              <p14:xfrm>
                <a:off x="7725708" y="1965401"/>
                <a:ext cx="18360" cy="113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AD9200F-304C-518E-D527-5CDD38BF29C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719588" y="1959281"/>
                  <a:ext cx="306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C86A63C-2C70-9752-C7AD-3CCBFAB9B6B4}"/>
                    </a:ext>
                  </a:extLst>
                </p14:cNvPr>
                <p14:cNvContentPartPr/>
                <p14:nvPr/>
              </p14:nvContentPartPr>
              <p14:xfrm>
                <a:off x="7665948" y="2038841"/>
                <a:ext cx="132840" cy="36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C86A63C-2C70-9752-C7AD-3CCBFAB9B6B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659828" y="2032721"/>
                  <a:ext cx="14508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1630AAC-5E8B-D6CA-93DB-BA94B449BFF2}"/>
                    </a:ext>
                  </a:extLst>
                </p14:cNvPr>
                <p14:cNvContentPartPr/>
                <p14:nvPr/>
              </p14:nvContentPartPr>
              <p14:xfrm>
                <a:off x="7853148" y="1786121"/>
                <a:ext cx="160200" cy="3384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1630AAC-5E8B-D6CA-93DB-BA94B449BFF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847028" y="1780001"/>
                  <a:ext cx="17244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A2C306F-C3A8-CC4C-37C4-6E712BD35926}"/>
                    </a:ext>
                  </a:extLst>
                </p14:cNvPr>
                <p14:cNvContentPartPr/>
                <p14:nvPr/>
              </p14:nvContentPartPr>
              <p14:xfrm>
                <a:off x="8033148" y="2016161"/>
                <a:ext cx="204120" cy="1267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A2C306F-C3A8-CC4C-37C4-6E712BD3592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027028" y="2010041"/>
                  <a:ext cx="2163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8D81B52-EF72-ECEF-2864-B9CE6590549D}"/>
                    </a:ext>
                  </a:extLst>
                </p14:cNvPr>
                <p14:cNvContentPartPr/>
                <p14:nvPr/>
              </p14:nvContentPartPr>
              <p14:xfrm>
                <a:off x="8110188" y="2016161"/>
                <a:ext cx="136440" cy="151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8D81B52-EF72-ECEF-2864-B9CE6590549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104068" y="2010041"/>
                  <a:ext cx="1486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018BAE6-5789-62B0-FA49-02E5817B6A71}"/>
                    </a:ext>
                  </a:extLst>
                </p14:cNvPr>
                <p14:cNvContentPartPr/>
                <p14:nvPr/>
              </p14:nvContentPartPr>
              <p14:xfrm>
                <a:off x="8417628" y="2059001"/>
                <a:ext cx="7560" cy="1375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018BAE6-5789-62B0-FA49-02E5817B6A7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411508" y="2052881"/>
                  <a:ext cx="198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CD8BAC6-B7F3-0CDE-81A1-00FCDADA7C5E}"/>
                    </a:ext>
                  </a:extLst>
                </p14:cNvPr>
                <p14:cNvContentPartPr/>
                <p14:nvPr/>
              </p14:nvContentPartPr>
              <p14:xfrm>
                <a:off x="8374788" y="2110841"/>
                <a:ext cx="136440" cy="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CD8BAC6-B7F3-0CDE-81A1-00FCDADA7C5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368668" y="2104721"/>
                  <a:ext cx="1486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AE150C2-0C15-E28A-EA69-5219CBE68AFF}"/>
                    </a:ext>
                  </a:extLst>
                </p14:cNvPr>
                <p14:cNvContentPartPr/>
                <p14:nvPr/>
              </p14:nvContentPartPr>
              <p14:xfrm>
                <a:off x="8603388" y="2024801"/>
                <a:ext cx="186840" cy="180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AE150C2-0C15-E28A-EA69-5219CBE68AF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597268" y="2018681"/>
                  <a:ext cx="199080" cy="192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242131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5" y="34959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Регрессия. Ближайшие соседи</a:t>
            </a:r>
            <a:endParaRPr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16B2C2C-40EB-FBAD-FE2A-A3801A6FE1A7}"/>
                  </a:ext>
                </a:extLst>
              </p14:cNvPr>
              <p14:cNvContentPartPr/>
              <p14:nvPr/>
            </p14:nvContentPartPr>
            <p14:xfrm>
              <a:off x="3358548" y="2546801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16B2C2C-40EB-FBAD-FE2A-A3801A6FE1A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52428" y="2540681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CF96B770-C005-CA89-0FF6-F4798BC09B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4161" y="1210481"/>
            <a:ext cx="5135678" cy="3933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1626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5" y="34959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Регрессия. Дерево решений</a:t>
            </a:r>
            <a:endParaRPr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1EBAB8E6-CA92-2E8D-07EA-3B8495EDC0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2419349"/>
            <a:ext cx="2907175" cy="290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F82312-E0CD-85E7-4C1E-C9D4813C32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868"/>
          <a:stretch/>
        </p:blipFill>
        <p:spPr>
          <a:xfrm>
            <a:off x="802510" y="1193475"/>
            <a:ext cx="7234177" cy="360042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C058246-07AF-7726-DAE8-FAD6AD9C88C7}"/>
              </a:ext>
            </a:extLst>
          </p:cNvPr>
          <p:cNvSpPr/>
          <p:nvPr/>
        </p:nvSpPr>
        <p:spPr>
          <a:xfrm>
            <a:off x="238652" y="1407120"/>
            <a:ext cx="2033899" cy="6267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Вероятность возврата кредита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A7BFEF-71EC-3EC6-CC15-FE8BA785264D}"/>
              </a:ext>
            </a:extLst>
          </p:cNvPr>
          <p:cNvSpPr/>
          <p:nvPr/>
        </p:nvSpPr>
        <p:spPr>
          <a:xfrm>
            <a:off x="2524491" y="4313601"/>
            <a:ext cx="1372392" cy="4391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81%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FF4C11-C64C-3ACF-FDD4-6FBA40190531}"/>
              </a:ext>
            </a:extLst>
          </p:cNvPr>
          <p:cNvSpPr/>
          <p:nvPr/>
        </p:nvSpPr>
        <p:spPr>
          <a:xfrm>
            <a:off x="3129819" y="3323247"/>
            <a:ext cx="1372392" cy="4391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99%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439A12-8C4D-F102-370C-9EB27372E508}"/>
              </a:ext>
            </a:extLst>
          </p:cNvPr>
          <p:cNvSpPr/>
          <p:nvPr/>
        </p:nvSpPr>
        <p:spPr>
          <a:xfrm>
            <a:off x="4593207" y="3339272"/>
            <a:ext cx="1372392" cy="4391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98%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A12067-5706-567E-34C7-7C7B465E8D79}"/>
              </a:ext>
            </a:extLst>
          </p:cNvPr>
          <p:cNvSpPr/>
          <p:nvPr/>
        </p:nvSpPr>
        <p:spPr>
          <a:xfrm>
            <a:off x="923105" y="4313602"/>
            <a:ext cx="1372392" cy="4391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99%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DB1ED3-20CA-F34E-6437-C6A98D62016D}"/>
              </a:ext>
            </a:extLst>
          </p:cNvPr>
          <p:cNvSpPr/>
          <p:nvPr/>
        </p:nvSpPr>
        <p:spPr>
          <a:xfrm>
            <a:off x="5015116" y="4310887"/>
            <a:ext cx="1372392" cy="4391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99%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CFBBC1-2F43-DA47-7C29-12950F2BB07A}"/>
              </a:ext>
            </a:extLst>
          </p:cNvPr>
          <p:cNvSpPr/>
          <p:nvPr/>
        </p:nvSpPr>
        <p:spPr>
          <a:xfrm>
            <a:off x="6664295" y="4310887"/>
            <a:ext cx="1372392" cy="4391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91%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0242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5" y="34959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Регрессия. Дерево решений</a:t>
            </a:r>
            <a:endParaRPr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1EBAB8E6-CA92-2E8D-07EA-3B8495EDC0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2419349"/>
            <a:ext cx="2907175" cy="290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6EA3F1-819A-CDB9-0D2A-AB7BE8402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476" y="1229080"/>
            <a:ext cx="7246834" cy="3683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0713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5" y="34959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Регрессия. Ансамбль моделей</a:t>
            </a:r>
            <a:endParaRPr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1EBAB8E6-CA92-2E8D-07EA-3B8495EDC0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2419349"/>
            <a:ext cx="2907175" cy="290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F82312-E0CD-85E7-4C1E-C9D4813C3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58" y="1445857"/>
            <a:ext cx="2367809" cy="122587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EC1CB7B-B3F2-DFE3-016D-CF63F6459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086" y="1432235"/>
            <a:ext cx="2394120" cy="12394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00C93C3-5492-65AF-9728-10D1ACE5D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861" y="1432235"/>
            <a:ext cx="2491087" cy="1289697"/>
          </a:xfrm>
          <a:prstGeom prst="rect">
            <a:avLst/>
          </a:prstGeom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448F3028-7A95-C153-DF0A-EF7B18DD67E2}"/>
              </a:ext>
            </a:extLst>
          </p:cNvPr>
          <p:cNvSpPr/>
          <p:nvPr/>
        </p:nvSpPr>
        <p:spPr>
          <a:xfrm>
            <a:off x="4126462" y="2922081"/>
            <a:ext cx="640080" cy="6997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07B291-0812-FE9C-5AAA-CFBA56463761}"/>
              </a:ext>
            </a:extLst>
          </p:cNvPr>
          <p:cNvSpPr txBox="1"/>
          <p:nvPr/>
        </p:nvSpPr>
        <p:spPr>
          <a:xfrm>
            <a:off x="4034438" y="3735861"/>
            <a:ext cx="8910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лес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2367674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5" y="34959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Регрессия. Дерево решений</a:t>
            </a:r>
            <a:endParaRPr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16B2C2C-40EB-FBAD-FE2A-A3801A6FE1A7}"/>
                  </a:ext>
                </a:extLst>
              </p14:cNvPr>
              <p14:cNvContentPartPr/>
              <p14:nvPr/>
            </p14:nvContentPartPr>
            <p14:xfrm>
              <a:off x="3358548" y="2546801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16B2C2C-40EB-FBAD-FE2A-A3801A6FE1A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52428" y="2540681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CF96B770-C005-CA89-0FF6-F4798BC09B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4161" y="1210481"/>
            <a:ext cx="5135678" cy="393301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A5F5F45F-CDB7-A09C-1B13-6D33C7F9887B}"/>
              </a:ext>
            </a:extLst>
          </p:cNvPr>
          <p:cNvGrpSpPr/>
          <p:nvPr/>
        </p:nvGrpSpPr>
        <p:grpSpPr>
          <a:xfrm>
            <a:off x="2999268" y="2996441"/>
            <a:ext cx="3947040" cy="1695240"/>
            <a:chOff x="2999268" y="2996441"/>
            <a:chExt cx="3947040" cy="169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337181B-0FB3-7912-A7F1-30D888F39050}"/>
                    </a:ext>
                  </a:extLst>
                </p14:cNvPr>
                <p14:cNvContentPartPr/>
                <p14:nvPr/>
              </p14:nvContentPartPr>
              <p14:xfrm>
                <a:off x="2999268" y="4632281"/>
                <a:ext cx="969120" cy="594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337181B-0FB3-7912-A7F1-30D888F3905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993148" y="4626161"/>
                  <a:ext cx="9813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F154F6A-78F4-C39F-D01B-DD03C779F59D}"/>
                    </a:ext>
                  </a:extLst>
                </p14:cNvPr>
                <p14:cNvContentPartPr/>
                <p14:nvPr/>
              </p14:nvContentPartPr>
              <p14:xfrm>
                <a:off x="4024908" y="4622561"/>
                <a:ext cx="298440" cy="97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F154F6A-78F4-C39F-D01B-DD03C779F59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018788" y="4616441"/>
                  <a:ext cx="3106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B210D40-6B89-96EE-DCBF-22E9D8912EB0}"/>
                    </a:ext>
                  </a:extLst>
                </p14:cNvPr>
                <p14:cNvContentPartPr/>
                <p14:nvPr/>
              </p14:nvContentPartPr>
              <p14:xfrm>
                <a:off x="4434948" y="2996441"/>
                <a:ext cx="2511360" cy="16300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B210D40-6B89-96EE-DCBF-22E9D8912EB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428828" y="2990321"/>
                  <a:ext cx="2523600" cy="1642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62947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5" y="34959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Классификация</a:t>
            </a:r>
            <a:r>
              <a:rPr lang="en-US" dirty="0"/>
              <a:t>.</a:t>
            </a:r>
            <a:r>
              <a:rPr lang="ru-RU" dirty="0"/>
              <a:t> Линейные модели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2F1E6A-A760-663B-E380-A554C7EE23D9}"/>
              </a:ext>
            </a:extLst>
          </p:cNvPr>
          <p:cNvSpPr txBox="1"/>
          <p:nvPr/>
        </p:nvSpPr>
        <p:spPr>
          <a:xfrm>
            <a:off x="319887" y="2116736"/>
            <a:ext cx="273741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X — </a:t>
            </a:r>
            <a:r>
              <a:rPr lang="ru-RU" dirty="0"/>
              <a:t>множество объектов</a:t>
            </a:r>
          </a:p>
          <a:p>
            <a:r>
              <a:rPr lang="en-US" dirty="0"/>
              <a:t>Y — </a:t>
            </a:r>
            <a:r>
              <a:rPr lang="ru-RU" dirty="0"/>
              <a:t>множество ответов </a:t>
            </a:r>
            <a:r>
              <a:rPr lang="en-US" dirty="0"/>
              <a:t>y : </a:t>
            </a:r>
            <a:endParaRPr lang="ru-RU" dirty="0"/>
          </a:p>
          <a:p>
            <a:r>
              <a:rPr lang="en-US" dirty="0"/>
              <a:t>X → Y — </a:t>
            </a:r>
            <a:r>
              <a:rPr lang="ru-RU" dirty="0"/>
              <a:t>неизвестная зависимость (</a:t>
            </a:r>
            <a:r>
              <a:rPr lang="en-US" dirty="0"/>
              <a:t>target function) </a:t>
            </a:r>
            <a:r>
              <a:rPr lang="ru-RU" dirty="0"/>
              <a:t>Дано: {</a:t>
            </a:r>
            <a:r>
              <a:rPr lang="en-US" dirty="0"/>
              <a:t>x1 , . . . , xℓ } X — </a:t>
            </a:r>
            <a:r>
              <a:rPr lang="ru-RU" dirty="0"/>
              <a:t>обучающая выборка ⊂ (</a:t>
            </a:r>
            <a:r>
              <a:rPr lang="en-US" dirty="0"/>
              <a:t>training sample) </a:t>
            </a:r>
            <a:r>
              <a:rPr lang="en-US" dirty="0" err="1"/>
              <a:t>yi</a:t>
            </a:r>
            <a:r>
              <a:rPr lang="en-US" dirty="0"/>
              <a:t> = y (xi ), </a:t>
            </a:r>
            <a:r>
              <a:rPr lang="en-US" dirty="0" err="1"/>
              <a:t>i</a:t>
            </a:r>
            <a:r>
              <a:rPr lang="en-US" dirty="0"/>
              <a:t> = 1, . . . , ℓ — </a:t>
            </a:r>
            <a:r>
              <a:rPr lang="ru-RU" dirty="0"/>
              <a:t>известные ответы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C2AE4E-BF66-9661-C777-463AFE60C7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35"/>
          <a:stretch/>
        </p:blipFill>
        <p:spPr>
          <a:xfrm>
            <a:off x="3247402" y="1663415"/>
            <a:ext cx="5375304" cy="272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943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5" y="34959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Классификация. Метод опорных векторов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1D1B05-B9C5-C35E-4A88-F1A6F42CF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345" y="1281491"/>
            <a:ext cx="5816280" cy="386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1669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5" y="34959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Регрессия. Дерево решений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F82312-E0CD-85E7-4C1E-C9D4813C32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868"/>
          <a:stretch/>
        </p:blipFill>
        <p:spPr>
          <a:xfrm>
            <a:off x="802510" y="1193475"/>
            <a:ext cx="7234177" cy="360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3356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5" y="34959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Обучение без учителя</a:t>
            </a:r>
            <a:endParaRPr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12352717-F963-FFA7-6861-695ABAC416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90"/>
          <a:stretch/>
        </p:blipFill>
        <p:spPr bwMode="auto">
          <a:xfrm>
            <a:off x="1867934" y="1168155"/>
            <a:ext cx="5298399" cy="3908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02926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5" y="34959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Обучение без учителя. Поиск аномалий</a:t>
            </a:r>
            <a:endParaRPr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7ED1394-877A-EE2B-BED5-BF9433161F27}"/>
              </a:ext>
            </a:extLst>
          </p:cNvPr>
          <p:cNvGrpSpPr/>
          <p:nvPr/>
        </p:nvGrpSpPr>
        <p:grpSpPr>
          <a:xfrm>
            <a:off x="640652" y="1564812"/>
            <a:ext cx="7601040" cy="3292200"/>
            <a:chOff x="640652" y="1564812"/>
            <a:chExt cx="7601040" cy="329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A65A501-FC50-A34F-079D-AC5573FAEBAD}"/>
                    </a:ext>
                  </a:extLst>
                </p14:cNvPr>
                <p14:cNvContentPartPr/>
                <p14:nvPr/>
              </p14:nvContentPartPr>
              <p14:xfrm>
                <a:off x="640652" y="1564812"/>
                <a:ext cx="172440" cy="29221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A65A501-FC50-A34F-079D-AC5573FAEBA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34532" y="1558692"/>
                  <a:ext cx="184680" cy="29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54590D8-E176-BF2E-38CE-260EAEEDA71D}"/>
                    </a:ext>
                  </a:extLst>
                </p14:cNvPr>
                <p14:cNvContentPartPr/>
                <p14:nvPr/>
              </p14:nvContentPartPr>
              <p14:xfrm>
                <a:off x="697172" y="4462452"/>
                <a:ext cx="7172640" cy="2448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54590D8-E176-BF2E-38CE-260EAEEDA71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91052" y="4456332"/>
                  <a:ext cx="71848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05D3B33-B4DF-0035-A88B-A23AC275B185}"/>
                    </a:ext>
                  </a:extLst>
                </p14:cNvPr>
                <p14:cNvContentPartPr/>
                <p14:nvPr/>
              </p14:nvContentPartPr>
              <p14:xfrm>
                <a:off x="8097332" y="4637772"/>
                <a:ext cx="41760" cy="2192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05D3B33-B4DF-0035-A88B-A23AC275B18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091212" y="4631652"/>
                  <a:ext cx="540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CC3EC71-840A-8168-E47D-D74D8EFE90E6}"/>
                    </a:ext>
                  </a:extLst>
                </p14:cNvPr>
                <p14:cNvContentPartPr/>
                <p14:nvPr/>
              </p14:nvContentPartPr>
              <p14:xfrm>
                <a:off x="8064572" y="4619052"/>
                <a:ext cx="177120" cy="50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CC3EC71-840A-8168-E47D-D74D8EFE90E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058452" y="4612932"/>
                  <a:ext cx="189360" cy="17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ED4D08E-83C3-6BBB-AEFA-FB0C2FB29BDB}"/>
                  </a:ext>
                </a:extLst>
              </p14:cNvPr>
              <p14:cNvContentPartPr/>
              <p14:nvPr/>
            </p14:nvContentPartPr>
            <p14:xfrm>
              <a:off x="805892" y="2660292"/>
              <a:ext cx="6062760" cy="23785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ED4D08E-83C3-6BBB-AEFA-FB0C2FB29BD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99772" y="2654172"/>
                <a:ext cx="6075000" cy="239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0576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5" y="34959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Обучение без учителя. Поиск аномалий</a:t>
            </a:r>
            <a:endParaRPr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3B273C44-09E0-2B35-4789-76F7F126F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7266" y="1543246"/>
            <a:ext cx="6191250" cy="293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05088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5" y="34959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Практика</a:t>
            </a:r>
            <a:endParaRPr dirty="0"/>
          </a:p>
        </p:txBody>
      </p:sp>
      <p:sp>
        <p:nvSpPr>
          <p:cNvPr id="2" name="Google Shape;664;p26">
            <a:extLst>
              <a:ext uri="{FF2B5EF4-FFF2-40B4-BE49-F238E27FC236}">
                <a16:creationId xmlns:a16="http://schemas.microsoft.com/office/drawing/2014/main" id="{DF743200-16D0-9AEC-8FD9-B04EE39BEEC8}"/>
              </a:ext>
            </a:extLst>
          </p:cNvPr>
          <p:cNvSpPr txBox="1"/>
          <p:nvPr/>
        </p:nvSpPr>
        <p:spPr>
          <a:xfrm>
            <a:off x="367315" y="1493520"/>
            <a:ext cx="2303400" cy="194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bg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Где соревнуются: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600" dirty="0">
              <a:solidFill>
                <a:schemeClr val="bg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bg1"/>
                </a:solidFill>
                <a:latin typeface="Montserrat" panose="00000500000000000000" pitchFamily="2" charset="0"/>
                <a:ea typeface="Montserrat SemiBold"/>
                <a:cs typeface="Montserrat SemiBold"/>
                <a:sym typeface="Montserrat SemiBold"/>
              </a:rPr>
              <a:t>- 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0"/>
                <a:ea typeface="Montserrat SemiBold"/>
                <a:cs typeface="Montserrat SemiBold"/>
                <a:sym typeface="Montserrat SemiBold"/>
              </a:rPr>
              <a:t>Kaggle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bg1"/>
                </a:solidFill>
                <a:latin typeface="Montserrat" panose="00000500000000000000" pitchFamily="2" charset="0"/>
                <a:ea typeface="Montserrat SemiBold"/>
                <a:cs typeface="Montserrat SemiBold"/>
                <a:sym typeface="Montserrat SemiBold"/>
              </a:rPr>
              <a:t>- </a:t>
            </a:r>
            <a:r>
              <a:rPr lang="en-US" dirty="0" err="1">
                <a:solidFill>
                  <a:schemeClr val="bg1"/>
                </a:solidFill>
                <a:latin typeface="Montserrat" panose="00000500000000000000" pitchFamily="2" charset="0"/>
                <a:ea typeface="Montserrat SemiBold"/>
                <a:cs typeface="Montserrat SemiBold"/>
                <a:sym typeface="Montserrat SemiBold"/>
              </a:rPr>
              <a:t>DrivenData</a:t>
            </a:r>
            <a:endParaRPr lang="en-US" dirty="0">
              <a:solidFill>
                <a:schemeClr val="bg1"/>
              </a:solidFill>
              <a:latin typeface="Montserrat" panose="00000500000000000000" pitchFamily="2" charset="0"/>
              <a:ea typeface="Montserrat SemiBold"/>
              <a:cs typeface="Montserrat SemiBold"/>
              <a:sym typeface="Montserrat SemiBold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bg1"/>
                </a:solidFill>
                <a:latin typeface="Montserrat" panose="00000500000000000000" pitchFamily="2" charset="0"/>
                <a:ea typeface="Montserrat SemiBold"/>
                <a:cs typeface="Montserrat SemiBold"/>
                <a:sym typeface="Montserrat SemiBold"/>
              </a:rPr>
              <a:t>- 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0"/>
                <a:ea typeface="Montserrat SemiBold"/>
                <a:cs typeface="Montserrat SemiBold"/>
                <a:sym typeface="Montserrat SemiBold"/>
              </a:rPr>
              <a:t>Zindi</a:t>
            </a:r>
            <a:endParaRPr dirty="0">
              <a:solidFill>
                <a:schemeClr val="bg1"/>
              </a:solidFill>
              <a:latin typeface="Montserrat" panose="00000500000000000000" pitchFamily="2" charset="0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" name="Google Shape;664;p26">
            <a:extLst>
              <a:ext uri="{FF2B5EF4-FFF2-40B4-BE49-F238E27FC236}">
                <a16:creationId xmlns:a16="http://schemas.microsoft.com/office/drawing/2014/main" id="{A49D1CD1-ECEA-6950-AA68-2E340A4765D3}"/>
              </a:ext>
            </a:extLst>
          </p:cNvPr>
          <p:cNvSpPr txBox="1"/>
          <p:nvPr/>
        </p:nvSpPr>
        <p:spPr>
          <a:xfrm>
            <a:off x="3156115" y="1823720"/>
            <a:ext cx="2303400" cy="194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bg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Готовые модели: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600" dirty="0">
              <a:solidFill>
                <a:schemeClr val="bg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Montserrat" panose="00000500000000000000" pitchFamily="2" charset="0"/>
                <a:ea typeface="Montserrat SemiBold"/>
                <a:cs typeface="Montserrat SemiBold"/>
                <a:sym typeface="Montserrat SemiBold"/>
              </a:rPr>
              <a:t>Kaggle</a:t>
            </a:r>
            <a:endParaRPr lang="ru-RU" dirty="0">
              <a:solidFill>
                <a:schemeClr val="bg1"/>
              </a:solidFill>
              <a:latin typeface="Montserrat" panose="00000500000000000000" pitchFamily="2" charset="0"/>
              <a:ea typeface="Montserrat SemiBold"/>
              <a:cs typeface="Montserrat SemiBold"/>
              <a:sym typeface="Montserrat SemiBold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Montserrat" panose="00000500000000000000" pitchFamily="2" charset="0"/>
              </a:rPr>
              <a:t>TensorFlow Hub</a:t>
            </a:r>
            <a:endParaRPr lang="ru-RU" dirty="0">
              <a:solidFill>
                <a:schemeClr val="bg1"/>
              </a:solidFill>
              <a:latin typeface="Montserrat" panose="00000500000000000000" pitchFamily="2" charset="0"/>
              <a:sym typeface="Montserrat SemiBold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 err="1">
                <a:solidFill>
                  <a:schemeClr val="bg1"/>
                </a:solidFill>
                <a:latin typeface="Montserrat" panose="00000500000000000000" pitchFamily="2" charset="0"/>
                <a:ea typeface="Montserrat SemiBold"/>
                <a:cs typeface="Montserrat SemiBold"/>
                <a:sym typeface="Montserrat SemiBold"/>
              </a:rPr>
              <a:t>PytorchHub</a:t>
            </a:r>
            <a:endParaRPr lang="en-US" dirty="0">
              <a:solidFill>
                <a:schemeClr val="bg1"/>
              </a:solidFill>
              <a:latin typeface="Montserrat" panose="00000500000000000000" pitchFamily="2" charset="0"/>
              <a:ea typeface="Montserrat SemiBold"/>
              <a:cs typeface="Montserrat SemiBold"/>
              <a:sym typeface="Montserrat SemiBold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 err="1">
                <a:solidFill>
                  <a:schemeClr val="bg1"/>
                </a:solidFill>
                <a:latin typeface="Montserrat" panose="00000500000000000000" pitchFamily="2" charset="0"/>
                <a:ea typeface="Montserrat SemiBold"/>
                <a:cs typeface="Montserrat SemiBold"/>
                <a:sym typeface="Montserrat SemiBold"/>
              </a:rPr>
              <a:t>HuggingFace</a:t>
            </a:r>
            <a:endParaRPr dirty="0">
              <a:solidFill>
                <a:schemeClr val="bg1"/>
              </a:solidFill>
              <a:latin typeface="Montserrat" panose="00000500000000000000" pitchFamily="2" charset="0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" name="Google Shape;664;p26">
            <a:extLst>
              <a:ext uri="{FF2B5EF4-FFF2-40B4-BE49-F238E27FC236}">
                <a16:creationId xmlns:a16="http://schemas.microsoft.com/office/drawing/2014/main" id="{0DCBC3DC-5A93-4B3B-565A-DB1B503CBA6C}"/>
              </a:ext>
            </a:extLst>
          </p:cNvPr>
          <p:cNvSpPr txBox="1"/>
          <p:nvPr/>
        </p:nvSpPr>
        <p:spPr>
          <a:xfrm>
            <a:off x="6106160" y="2077720"/>
            <a:ext cx="3398519" cy="194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bg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Датасеты: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600" dirty="0">
              <a:solidFill>
                <a:schemeClr val="bg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Montserrat" panose="00000500000000000000" pitchFamily="2" charset="0"/>
                <a:ea typeface="Montserrat SemiBold"/>
                <a:cs typeface="Montserrat SemiBold"/>
                <a:sym typeface="Montserrat SemiBold"/>
              </a:rPr>
              <a:t>Kaggle</a:t>
            </a:r>
            <a:endParaRPr lang="ru-RU" dirty="0">
              <a:solidFill>
                <a:schemeClr val="bg1"/>
              </a:solidFill>
              <a:latin typeface="Montserrat" panose="00000500000000000000" pitchFamily="2" charset="0"/>
              <a:ea typeface="Montserrat SemiBold"/>
              <a:cs typeface="Montserrat SemiBold"/>
              <a:sym typeface="Montserrat SemiBold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 err="1">
                <a:solidFill>
                  <a:schemeClr val="bg1"/>
                </a:solidFill>
                <a:latin typeface="Montserrat" panose="00000500000000000000" pitchFamily="2" charset="0"/>
                <a:sym typeface="Montserrat SemiBold"/>
              </a:rPr>
              <a:t>OpenML</a:t>
            </a:r>
            <a:endParaRPr lang="ru-RU" dirty="0">
              <a:solidFill>
                <a:schemeClr val="bg1"/>
              </a:solidFill>
              <a:latin typeface="Montserrat" panose="00000500000000000000" pitchFamily="2" charset="0"/>
              <a:sym typeface="Montserrat SemiBold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Montserrat" panose="00000500000000000000" pitchFamily="2" charset="0"/>
              </a:rPr>
              <a:t>UCI Machine Learning Repository</a:t>
            </a:r>
            <a:endParaRPr lang="en-US" dirty="0">
              <a:solidFill>
                <a:schemeClr val="bg1"/>
              </a:solidFill>
              <a:latin typeface="Montserrat" panose="00000500000000000000" pitchFamily="2" charset="0"/>
              <a:ea typeface="Montserrat SemiBold"/>
              <a:cs typeface="Montserrat SemiBold"/>
              <a:sym typeface="Montserrat SemiBold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 err="1">
                <a:solidFill>
                  <a:schemeClr val="bg1"/>
                </a:solidFill>
                <a:latin typeface="Montserrat" panose="00000500000000000000" pitchFamily="2" charset="0"/>
                <a:ea typeface="Montserrat SemiBold"/>
                <a:cs typeface="Montserrat SemiBold"/>
                <a:sym typeface="Montserrat SemiBold"/>
              </a:rPr>
              <a:t>HuggingFace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0"/>
                <a:ea typeface="Montserrat SemiBold"/>
                <a:cs typeface="Montserrat SemiBold"/>
                <a:sym typeface="Montserrat SemiBold"/>
              </a:rPr>
              <a:t> storage</a:t>
            </a:r>
          </a:p>
        </p:txBody>
      </p:sp>
    </p:spTree>
    <p:extLst>
      <p:ext uri="{BB962C8B-B14F-4D97-AF65-F5344CB8AC3E}">
        <p14:creationId xmlns:p14="http://schemas.microsoft.com/office/powerpoint/2010/main" val="3088663976"/>
      </p:ext>
    </p:extLst>
  </p:cSld>
  <p:clrMapOvr>
    <a:masterClrMapping/>
  </p:clrMapOvr>
</p:sld>
</file>

<file path=ppt/theme/theme1.xml><?xml version="1.0" encoding="utf-8"?>
<a:theme xmlns:a="http://schemas.openxmlformats.org/drawingml/2006/main" name="Timeline Infographics by Slidesgo">
  <a:themeElements>
    <a:clrScheme name="Simple Light">
      <a:dk1>
        <a:srgbClr val="000000"/>
      </a:dk1>
      <a:lt1>
        <a:srgbClr val="FFFFFF"/>
      </a:lt1>
      <a:dk2>
        <a:srgbClr val="D9D9D9"/>
      </a:dk2>
      <a:lt2>
        <a:srgbClr val="5F5F5F"/>
      </a:lt2>
      <a:accent1>
        <a:srgbClr val="6C63FF"/>
      </a:accent1>
      <a:accent2>
        <a:srgbClr val="8EDBBF"/>
      </a:accent2>
      <a:accent3>
        <a:srgbClr val="F3F3F3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897</TotalTime>
  <Words>777</Words>
  <Application>Microsoft Office PowerPoint</Application>
  <PresentationFormat>On-screen Show (16:9)</PresentationFormat>
  <Paragraphs>160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5" baseType="lpstr">
      <vt:lpstr>__YSText_336c87</vt:lpstr>
      <vt:lpstr>-apple-system</vt:lpstr>
      <vt:lpstr>Arial</vt:lpstr>
      <vt:lpstr>Inter</vt:lpstr>
      <vt:lpstr>Montserrat</vt:lpstr>
      <vt:lpstr>Montserrat Medium</vt:lpstr>
      <vt:lpstr>Montserrat SemiBold</vt:lpstr>
      <vt:lpstr>PT Sans</vt:lpstr>
      <vt:lpstr>Times New Roman</vt:lpstr>
      <vt:lpstr>Timeline Infographics by Slidesgo</vt:lpstr>
      <vt:lpstr>Slidesgo Final Pages</vt:lpstr>
      <vt:lpstr>Введение в машинное обучение</vt:lpstr>
      <vt:lpstr>Кто говорит</vt:lpstr>
      <vt:lpstr>Чего мы хотим?</vt:lpstr>
      <vt:lpstr>Как будем оценивать</vt:lpstr>
      <vt:lpstr>Что делают ML модели</vt:lpstr>
      <vt:lpstr>Что решают DL модели</vt:lpstr>
      <vt:lpstr>Роли</vt:lpstr>
      <vt:lpstr>Роли</vt:lpstr>
      <vt:lpstr>Что такое обучение</vt:lpstr>
      <vt:lpstr>Какие проблемы решает ML</vt:lpstr>
      <vt:lpstr>Какие проблемы решает ML</vt:lpstr>
      <vt:lpstr>Какие проблемы решает ML</vt:lpstr>
      <vt:lpstr>Обучение с учителем / без учителя</vt:lpstr>
      <vt:lpstr>Регрессия</vt:lpstr>
      <vt:lpstr>Регрессия. Линейная модель</vt:lpstr>
      <vt:lpstr>Регрессия. Линейная модель. Фунуция ошибки</vt:lpstr>
      <vt:lpstr>Регрессия. Линейная модель. Фунуция ошибки</vt:lpstr>
      <vt:lpstr>Регрессия. Линейная модель. Фунуция ошибки</vt:lpstr>
      <vt:lpstr>Регрессия. Метод градиентного спуска</vt:lpstr>
      <vt:lpstr>Регрессия. Линейные модели</vt:lpstr>
      <vt:lpstr>Регрессия. Линейные модели +</vt:lpstr>
      <vt:lpstr>Регрессия. Полиномиальные модели</vt:lpstr>
      <vt:lpstr>Регрессия. Ближайшие соседи</vt:lpstr>
      <vt:lpstr>Регрессия. Дерево решений</vt:lpstr>
      <vt:lpstr>Регрессия. Дерево решений</vt:lpstr>
      <vt:lpstr>Регрессия. Ансамбль моделей</vt:lpstr>
      <vt:lpstr>Регрессия. Дерево решений</vt:lpstr>
      <vt:lpstr>Классификация. Линейные модели </vt:lpstr>
      <vt:lpstr>Классификация. Метод опорных векторов</vt:lpstr>
      <vt:lpstr>Регрессия. Дерево решений</vt:lpstr>
      <vt:lpstr>Обучение без учителя</vt:lpstr>
      <vt:lpstr>Обучение без учителя. Поиск аномалий</vt:lpstr>
      <vt:lpstr>Обучение без учителя. Поиск аномалий</vt:lpstr>
      <vt:lpstr>Практика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semen</dc:creator>
  <cp:lastModifiedBy>Семен Косяченко</cp:lastModifiedBy>
  <cp:revision>6</cp:revision>
  <dcterms:modified xsi:type="dcterms:W3CDTF">2025-10-04T10:42:38Z</dcterms:modified>
</cp:coreProperties>
</file>