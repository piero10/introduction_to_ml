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7"/>
  </p:notesMasterIdLst>
  <p:sldIdLst>
    <p:sldId id="271" r:id="rId3"/>
    <p:sldId id="278" r:id="rId4"/>
    <p:sldId id="302" r:id="rId5"/>
    <p:sldId id="306" r:id="rId6"/>
    <p:sldId id="319" r:id="rId7"/>
    <p:sldId id="336" r:id="rId8"/>
    <p:sldId id="327" r:id="rId9"/>
    <p:sldId id="333" r:id="rId10"/>
    <p:sldId id="334" r:id="rId11"/>
    <p:sldId id="308" r:id="rId12"/>
    <p:sldId id="328" r:id="rId13"/>
    <p:sldId id="331" r:id="rId14"/>
    <p:sldId id="329" r:id="rId15"/>
    <p:sldId id="332" r:id="rId16"/>
    <p:sldId id="310" r:id="rId17"/>
    <p:sldId id="335" r:id="rId18"/>
    <p:sldId id="305" r:id="rId19"/>
    <p:sldId id="312" r:id="rId20"/>
    <p:sldId id="313" r:id="rId21"/>
    <p:sldId id="316" r:id="rId22"/>
    <p:sldId id="314" r:id="rId23"/>
    <p:sldId id="315" r:id="rId24"/>
    <p:sldId id="337" r:id="rId25"/>
    <p:sldId id="318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7FA728-1AD8-4869-9260-0FFEE38EFA66}">
  <a:tblStyle styleId="{647FA728-1AD8-4869-9260-0FFEE38EFA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55" autoAdjust="0"/>
    <p:restoredTop sz="52852" autoAdjust="0"/>
  </p:normalViewPr>
  <p:slideViewPr>
    <p:cSldViewPr snapToGrid="0">
      <p:cViewPr varScale="1">
        <p:scale>
          <a:sx n="55" d="100"/>
          <a:sy n="55" d="100"/>
        </p:scale>
        <p:origin x="1303" y="31"/>
      </p:cViewPr>
      <p:guideLst>
        <p:guide orient="horz" pos="162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0:58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1 306 24575,'1'-3'0,"1"1"0,-1 0 0,1-1 0,0 1 0,0 0 0,2-1 0,3-4 0,7-9 0,0 0 0,15-25 0,19-39 0,-40 64 0,0-1 0,-2 0 0,0-1 0,7-30 0,-10 36 0,-2 11 0,0 3 0,2 9 0,0 0 0,0 11 0,2 4 0,9 35 0,3 0 0,39 90 0,-20-75 0,-21-45 0,0 0 0,13 44 0,-25-65 0,-1 0 0,2 17 0,-4-24 0,0 0 0,0 0 0,0 0 0,0 0 0,0 0 0,-1 1 0,0-1 0,1 0 0,-1 0 0,0-1 0,0 1 0,-1 0 0,-1 3 0,2-4 0,-1 0 0,0-1 0,1 1 0,-1-1 0,0 1 0,0-1 0,0 1 0,0-1 0,-4 2 0,-20 6 0,24-8 0,-69 19 0,-8 2 0,78-22 0,0 1 0,0-1 0,0 0 0,1 1 0,-1-1 0,0 1 0,0-1 0,0 1 0,-1 0 0,2-1 0,0 0 0,0 1 0,0-1 0,0 0 0,0 0 0,0 0 0,0 0 0,0 0 0,0 0 0,0 0 0,0 0 0,0 1 0,0-1 0,0 0 0,0 0 0,0 0 0,0 0 0,0 0 0,0 0 0,0 0 0,0 1 0,0-1 0,0 0 0,0 0 0,0 0 0,1 0 0,-1 0 0,0 0 0,0 0 0,0 0 0,0 0 0,0 0 0,0 0 0,0 1 0,0-1 0,0 0 0,0 0 0,1 0 0,-1 0 0,0 0 0,0 0 0,0 0 0,0 0 0,0 0 0,3 1 0,1 0 0,-1-1 0,0 1 0,5 0 0,198 1 0,-138-3 0,-40 1 0,-9-1 0,22 2 0,-30 1 33,-1 0-1,1 1 1,13 5-1,15 4-1527,-23-8-5331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0:58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1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24575,'1'1'0,"-1"0"0,1 1 0,-1-1 0,1 0 0,0 0 0,-1 0 0,1 0 0,0 0 0,0 0 0,0 0 0,0 0 0,0-1 0,0 1 0,1 1 0,2 2 0,12 12 0,-2 1 0,24 37 0,-14-18 0,77 100 0,-98-132 0,0-1 0,0 1 0,0-1 0,1 0 0,6 5 0,-9-7 0,0-1 0,0 1 0,0 0 0,1-1 0,-1 1 0,0-1 0,0 1 0,0-1 0,0 0 0,1 0 0,-1 1 0,0-1 0,0 0 0,1 0 0,-1 0 0,0 0 0,1 0 0,-1 0 0,0-1 0,0 1 0,1 0 0,-1-1 0,0 1 0,0-1 0,0 1 0,2-2 0,0 0 0,0-1 0,-1 0 0,1 0 0,-1 0 0,1 0 0,-1 0 0,0 0 0,0-1 0,2-5 0,0-2 0,6-21 0,-6 14 0,-1 0 0,-1 0 0,1-37 0,-2 82 0,9 37 0,10 29 0,-10-49 0,13 62-112,42 172-384,-55-246 489,10 42-8,-16-55 77,3 37 0,-6-53-2,-1-1 1,0 1 0,0-1-1,-1 1 1,1-1 0,0 1 0,-2 3-1,2-5-59,-1 0 0,1 0 0,-1 0 0,0 0 0,1 0 0,-1 0 0,1 0 0,-1-1 0,0 1 0,0 0 0,0 0 0,1-1 0,-1 1 0,0 0 0,0-1 0,0 1 0,0-1 0,0 1 0,0-1 0,-2 1 0,-8 0-1,1 1 0,-1-2 0,0 1 0,0-1 0,-13-3 0,10 2 0,-2 0 0,1-1 0,0-1 0,-1 0 0,-21-8 0,26 7 0,0-1 0,1 0 0,-1-1 0,1 0 0,0 0 0,-14-13 0,21 15 0,-1 1 0,1-1 0,0 1 0,0-1 0,0 0 0,1 0 0,0 0 0,-1-1 0,1 1 0,-2-8 0,2 6 0,1-1 0,0 1 0,0-1 0,0 0 0,1 1 0,1-14 0,-1 18 0,0 0 0,1 1 0,-1-1 0,1 0 0,-1 0 0,1 1 0,0-1 0,-1 1 0,1-1 0,0 0 0,0 1 0,1-1 0,-1 1 0,0 0 0,0-1 0,1 1 0,-1 0 0,0 0 0,1 0 0,3-2 0,2 0 0,0-1 0,1 1 0,12-3 0,-4 2 0,0-2-682,27-14-1,-25 10-6143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2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24575,'19'-25'0,"-1"7"0,15-16 0,-22 20 0,16-14 0,-23 24 0,0 0 0,1 1 0,-1-1 0,1 1 0,0 0 0,0 1 0,9-5 0,-11 7 0,-1-1 0,0 0 0,1 1 0,-1 0 0,0-1 0,1 1 0,-1 0 0,0 0 0,1 0 0,-1 1 0,0-1 0,1 0 0,-1 1 0,0 0 0,1-1 0,-1 1 0,0 0 0,3 2 0,-1 0 0,1 0 0,0 1 0,-1 0 0,0 0 0,0 0 0,4 6 0,10 12 0,1-2 0,37 32 0,-33-32 0,0 2 0,22 28 0,-40-44-151,0 0-1,-1 0 0,0 1 0,0-1 1,0 1-1,-1 0 0,0 0 1,3 11-1,-4-7-6674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3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4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24575,'4'0'0,"2"0"0,7 0 0,11 0 0,7 0 0,8 0 0,5 0 0,15 0 0,3 0 0,-2 0 0,-7 0 0,-10 0 0,-13-3 0,-11-2-8191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6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24575,'15'13'0,"0"-1"0,1 0 0,19 11 0,55 24 0,-32-16 0,-20-10 0,67 51 0,-81-55-2232,-16-12 1094,0 1 0,0 0 0,7 7 0,-14-12 1212,0 0 0,-1 0 0,1 0 0,0 0 0,0 1 0,0-1-1,-1 0 1,1 1 0,-1-1 0,1 0 0,-1 1 0,0-1 0,1 1 0,-1-1 0,0 1-1,0-1 1,0 1 0,0-1 0,0 1 0,0-1 0,-1 0 0,1 1 0,0-1 0,-1 1 0,0 1-1,-2 3 651,0 0-1,0 0 0,-1 0 0,-5 6 0,8-10-606,-23 28 498,-43 43-1,-35 21-713,34-42 99,-9 9 0,75-60 0,1 0 0,0 1 0,-1-1 0,1 1 0,0-1 0,0 1 0,-2 3 0,2-4 0,1-1 0,0 1 0,0 0 0,0-1 0,0 1 0,0-1 0,0 1 0,0 0 0,0-1 0,0 1 0,0 0 0,0-1 0,0 1 0,1-1 0,-1 1 0,0 0 0,0-1 0,1 1 0,-1-1 0,0 1 0,1-1 0,-1 1 0,0-1 0,1 1 0,-1-1 0,1 0 0,0 2 0,5 2 0,0-1 0,0 1 0,0-1 0,0 0 0,0 0 0,1-1 0,8 3 0,-3-1 0,6 1 0,-1 0 0,0-2 0,33 3 0,53-3 0,-90-4 0,167 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24575,'-1'12'0,"-3"21"0,-1 4 0,3 28 0,3-33 0,-5 32 0,-21 107 0,20-147 248,0 29-1,4-43-609,2-1 0,-1 0 0,3 9 0,-2-10-1205,1-2 1,3 11-1,45 87-125,-11-38 7907,-33-58-5912,0 1 1,0-1-1,14 11 1,-12-10-332,0-1 0,10 14 0,-7-5-57,28 37-1195,-27-39-5546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24575,'22'37'0,"33"45"0,-47-73 0,0 1 0,10 9 0,-14-15 0,0 0 0,0-1 0,0 0 0,1 0 0,0 0 0,-1 0 0,8 2 0,-11-4 0,0-1 0,1 1 0,-1-1 0,1 0 0,-1 1 0,0-1 0,1 0 0,-1 0 0,1 0 0,-1 0 0,1 0 0,-1 0 0,1-1 0,-1 1 0,1 0 0,-1-1 0,0 1 0,1-1 0,-1 0 0,0 1 0,1-1 0,-1 0 0,0 0 0,0 1 0,0-1 0,1 0 0,-1 0 0,0-1 0,0 1 0,-1 0 0,1 0 0,0 0 0,0-1 0,0 1 0,0-2 0,2-3 0,-1-1 0,0 1 0,0-1 0,0 0 0,1-14 0,0-9 0,-2-42 0,0 67 0,1 8 0,3 11 0,-4-12 0,56 133 0,-9-27 0,13 39 0,-59-143 0,0 1 0,-1-1 0,1 1 0,-1-1 0,0 1 0,0 9 0,0-13 0,-1 1 0,0-1 0,-1 0 0,1 1 0,0-1 0,0 1 0,0-1 0,-1 0 0,1 0 0,-1 1 0,1-1 0,-1 0 0,0 0 0,1 1 0,-1-1 0,0 0 0,0 0 0,0 0 0,0 0 0,0 0 0,0 0 0,0 0 0,0-1 0,0 1 0,0 0 0,0 0 0,0-1 0,-3 1 0,0 1 17,-1-1-1,0 0 1,0 0-1,1 0 1,-9-1-1,-24-2-1245,33 2 645,0-1 1,1 0 0,-1 1-1,1-1 1,0-1-1,-1 1 1,1 0 0,-6-4-1,6 2 442,-1 1-1,0-1 1,1 0-1,0 0 0,-1-1 1,-3-4-1,4 3 300,0 0 0,0 0 0,0 0 0,0-1 0,1 1 0,0-1-1,0 1 1,1-1 0,-1 0 0,0-11 0,2 14 442,0 1 0,0-1 0,0 1 0,0-1 0,1 1 0,-1-1 0,1 1 0,1-3 0,-1 2-783,1 0 0,-1 0 0,1 0 1,0 0-1,3-3 0,6-6-6642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09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24575,'2'2'0,"4"0"0,3 0 0,5 0 0,5-1 0,-1 0 0,2 0 0,-3-1-8191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1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24575,'1'0'0,"-1"0"0,0 1 0,1-1 0,-1 0 0,1 0 0,-1 0 0,0 1 0,1-1 0,-1 0 0,1 0 0,-1 1 0,0-1 0,1 0 0,-1 1 0,0-1 0,0 0 0,1 1 0,-1-1 0,0 0 0,0 1 0,1 0 0,4 12 0,-3-9 0,3 8 0,0 1 0,1-1 0,0-1 0,1 1 0,1-1 0,0 0 0,13 13 0,-4-6 0,1-2 0,31 23 0,-47-38 0,0 0 0,0 0 0,0 0 0,0 0 0,0 0 0,0-1 0,0 1 0,0 0 0,0-1 0,0 0 0,0 1 0,0-1 0,1 0 0,-1 0 0,0 0 0,0-1 0,0 1 0,0-1 0,0 1 0,0-1 0,3 0 0,-3-1 0,1 1 0,0 0 0,-1-1 0,0 0 0,1 1 0,-1-1 0,0 0 0,0 0 0,0 0 0,0-1 0,-1 1 0,1 0 0,0-1 0,-1 1 0,2-4 0,-1-1 0,0 0 0,0 0 0,-1 0 0,1-1 0,-2 1 0,1-14 0,0-1 0,-1 22 0,0 0 0,0 0 0,-1 0 0,1 0 0,0 0 0,0-1 0,0 1 0,0 0 0,0 0 0,0 0 0,0 0 0,0-1 0,1 1 0,-1 0 0,0 0 0,0 0 0,0 0 0,0-1 0,0 1 0,0 0 0,0 0 0,0 0 0,0 0 0,0 0 0,0-1 0,1 1 0,-1 0 0,0 0 0,0 0 0,0 0 0,0 0 0,0 0 0,1 0 0,-1 0 0,0 0 0,0-1 0,5 6 0,3 11 0,-8-16 0,5 12 0,0 0 0,-1 0 0,2 14 0,5 40 0,0-1 0,-5-42 0,10 23 0,-10-31 0,-1 1 0,0 0 0,-1 0 0,2 23 0,-6-35 0,0 0 0,0 0 0,-1 0 0,0 0 0,1-1 0,-2 1 0,1 0 0,0-1 0,-1 1 0,1 0 0,-1-1 0,0 0 0,0 1 0,0-1 0,-1 0 0,1 0 0,-1 0 0,0-1 0,-3 3 0,4-2 0,-1-1 0,0 0 0,1-1 0,-1 1 0,0 0 0,0-1 0,0 0 0,0 1 0,0-1 0,0 0 0,0-1 0,0 1 0,0-1 0,-1 1 0,1-1 0,0 0 0,0 0 0,-1 0 0,1-1 0,0 1 0,0-1 0,0 1 0,-4-3 0,3 2 7,1-1-1,0 0 0,0 0 0,0 0 1,0 0-1,0-1 0,1 1 1,-1-1-1,1 1 0,-1-1 1,1 0-1,0 0 0,0 0 0,1 0 1,-1-1-1,0 1 0,1 0 1,-2-7-1,2 5-120,0 0 0,0 0-1,0 0 1,1 0 0,0-1 0,0 1-1,0 0 1,1 0 0,-1 0 0,1 0-1,0 0 1,4-8 0,0 1-6712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2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24575,'5'-6'0,"10"-12"0,1-4 0,-5 10 0,-2-1 0,14-22 0,-6 9 0,-16 24 0,0 0 0,1 0 0,-1 0 0,1 1 0,0-1 0,0 0 0,-1 1 0,1-1 0,3-1 0,-4 3 0,0-1 0,0 1 0,0-1 0,0 1 0,0 0 0,0 0 0,0 0 0,0-1 0,0 1 0,0 0 0,0 0 0,0 1 0,0-1 0,0 0 0,0 0 0,0 0 0,0 0 0,0 1 0,0-1 0,0 1 0,0-1 0,-1 1 0,1-1 0,0 1 0,1 0 0,1 1 0,-1 1 0,1-1 0,-1 1 0,0 0 0,0 0 0,0 0 0,3 4 0,10 25 0,-7-14 0,6 12 0,43 82 0,-47-100-1365,-2-2-5461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3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24575,'0'0'-45,"0"0"0,0 0 0,0 0 0,-1 0 0,1 0-1,0 0 1,0 0 0,-1 0 0,1 0 0,0 0 0,0 0 0,0 0 0,0 0-1,-1 0 1,1 0 0,0 0 0,0 1 0,0-1 0,-1 0 0,1 0 0,0 0-1,0 0 1,0 0 0,0 1 0,0-1 0,0 0 0,-1 0 0,1 1 0,0 6-513,6 7 496,-5-13 63,30 53 694,4 7 373,-28-47-1005,35 78 50,-37-78-115,0 1-1,-1 0 1,0 0 0,1 23-1,-3-12 3,6 44 0,-4-41 0,3 46 0,-7 31 0,0-55 0,-6 42 0,2-21 0,3-62-227,0 0-1,-1 0 1,0 0-1,0-1 1,-5 13-1,4-13-6598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4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24575,'3'0'0,"4"0"0,0 0 0,-1 1 0,10 1 0,-14-1 0,0-1 0,0 1 0,0 0 0,0-1 0,0 1 0,-1 0 0,1 0 0,0 0 0,-1 0 0,1 1 0,-1-1 0,1 0 0,-1 1 0,1-1 0,1 4 0,0-1 0,-1 1 0,1 0 0,-1 0 0,0 1 0,-1-1 0,1 0 0,-1 1 0,1 9 0,0 4 0,-2 23 0,0-41 0,-1 7 0,0-1 0,-1 1 0,1-1 0,-1 0 0,-1 0 0,-4 11 0,3-9 0,0 1 0,-2 14 0,5-23 0,1 1 0,0-1 0,0 1 0,-1-1 0,1 0 0,1 1 0,-1-1 0,0 1 0,0-1 0,0 0 0,1 1 0,-1-1 0,0 0 0,1 1 0,0-1 0,-1 0 0,2 2 0,0-1 0,0 0 0,0 0 0,0 0 0,0 0 0,0 0 0,0-1 0,0 1 0,4 1 0,2 0-151,0 1-1,1-1 0,-1-1 0,1 1 1,-1-2-1,1 1 0,0-1 1,14 0-1,-6-1-6674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6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 24575,'469'0'0,"-456"1"0,21 3 0,-20-2 0,16 1 0,-29-3 0,1 0 0,-1 0 0,1 0 0,0-1 0,-1 1 0,1 0 0,1-1 0,-3 1 0,1-1 0,-1 1 0,0 0 0,1 0 0,-1 0 0,0-1 0,1 1 0,-1 0 0,0 0 0,1-1 0,-1 1 0,0 0 0,0-1 0,0 1 0,1 0 0,-1-1 0,0 1 0,0-1 0,0 1 0,1 0 0,-1-1 0,0 1 0,0-1 0,0 1 0,0 0 0,0-1 0,0 1 0,0-1 0,0 1 0,0 0 0,0-1 0,0 1 0,0-1 0,-1 1 0,0-6 0,-1 1 0,0 0 0,-1 0 0,1 0 0,-1 0 0,-5-7 0,-24-26 0,13 18 0,12 14 0,-10-12 0,16 18 0,1 0 0,0 0 0,0-1 0,-1 1 0,1 0 0,0-1 0,0 1 0,0 0 0,0-1 0,-1 1 0,1 0 0,0 0 0,0-1 0,0 1 0,0-1 0,0 1 0,0 0 0,0-1 0,0 1 0,0 0 0,0-1 0,0 1 0,0 0 0,0-1 0,1 1 0,-1 0 0,0 0 0,0 0 0,0 0 0,0-1 0,1 1 0,-1 0 0,0 0 0,0 0 0,1 0 0,-1 0 0,0 0 0,0 0 0,1 0 0,-1-1 0,0 1 0,0 0 0,1 0 0,1 0 0,1 0 0,-1 0 0,0 1 0,5 0 0,8 2 0,1 2 0,-1 0 0,0 0 0,-1 2 0,1-1 0,-1 2 0,15 10 0,-12-6 0,-10-7 0,0 0 0,9 8 0,-14-11 0,0 0 0,0 1 0,0-1 0,0 0 0,-1 1 0,1 0 0,-1-1 0,1 1 0,-1 0 0,0-1 0,1 4 0,-2-4 0,1 1 0,-1-1 0,0 0 0,0 1 0,0-1 0,0 1 0,0-1 0,0 0 0,0 1 0,-1-1 0,1 0 0,-1 0 0,0 1 0,0-1 0,0 0 0,0 0 0,0 0 0,0 0 0,0 0 0,-1 0 0,1 0 0,-1 0 0,1-1 0,-1 1 0,0 0 0,0-1 0,1 1 0,-4 0 0,2 0 0,-1 0 0,1 1 0,0-1 0,0 1 0,0 0 0,0-1 0,0 1 0,1 1 0,-5 5 0,3-2-95,1-1-540,-7 13 0,7-9-6191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8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24575,'1'1'0,"0"-1"0,0 0 0,-1 0 0,1 1 0,0-1 0,0 0 0,-1 1 0,1-1 0,0 1 0,-1-1 0,1 1 0,-1-1 0,1 1 0,-1-1 0,1 1 0,-1 0 0,1-1 0,0 2 0,1 1 0,9 12 0,0 0 0,-1 1 0,-1 1 0,10 24 0,22 73 0,-24-61 0,-15-47 0,-1-3 0,0 1 0,1-1 0,-1 1 0,4 4 0,-5-8 0,0 1 0,0-1 0,0 0 0,1 0 0,-1 0 0,0 0 0,0 0 0,0 0 0,0 0 0,0 0 0,0 0 0,1 0 0,-1 0 0,0 0 0,0 0 0,0 0 0,0 0 0,0 0 0,0 0 0,1 0 0,-1 0 0,0 0 0,0 0 0,0 0 0,0 0 0,0 0 0,0 0 0,1 0 0,-1 0 0,0 0 0,0-1 0,0 1 0,0 0 0,0 0 0,0 0 0,0 0 0,0 0 0,0 0 0,1 0 0,-1 0 0,0-1 0,0 1 0,0 0 0,0 0 0,0 0 0,0 0 0,0 0 0,0 0 0,0-1 0,0 1 0,0 0 0,4-10 0,-3 8 0,9-28 0,-8 22 0,0 0 0,1 0 0,0 1 0,0-1 0,1 1 0,0 0 0,6-8 0,-6 10 0,0 0 0,0 0 0,7-7 0,-9 11 0,0 0 0,0-1 0,0 1 0,0 0 0,0 0 0,0 0 0,0 0 0,0 0 0,1 1 0,3-2 0,3 1 0,1 0 0,-1 0 0,1 1 0,-1 0 0,17 2 0,-24-1 0,0 0 0,0 0 0,0 0 0,0 0 0,0 0 0,0 0 0,0 0 0,0 0 0,0 1 0,-1-1 0,1 1 0,0-1 0,-1 1 0,0 0 0,1 0 0,-1 0 0,2 2 0,1 5 0,0 0 0,5 16 0,-5-15 0,4 13 0,6 16 0,-14-39 0,0 1 0,0 0 0,1-1 0,-1 1 0,0-1 0,1 1 0,-1-1 0,0 1 0,1-1 0,-1 1 0,1-1 0,-1 0 0,1 1 0,-1-1 0,2 1 0,-2-1 0,0 0 0,0 0 0,1 0 0,-1 0 0,0 0 0,1 0 0,-1 0 0,0 0 0,1 0 0,-1 0 0,0 0 0,1 0 0,-1 0 0,0 0 0,0 0 0,1 0 0,-1 0 0,0-1 0,0 1 0,1 0 0,-1 0 0,1-1 0,0-1 0,1 0 0,0 0 0,-1 0 0,1 0 0,2-5 0,7-18 0,10-27 0,-12 26 0,-7 23 0,-1-1 0,1 0 0,0 0 0,0 0 0,0 1 0,1 0 0,4-6 0,-6 8 0,0 0 0,0 0 0,0 0 0,0 1 0,0-1 0,0 0 0,0 1 0,0-1 0,1 1 0,-1-1 0,0 1 0,0-1 0,1 1 0,-1 0 0,0-1 0,1 1 0,-1 0 0,0 0 0,0 0 0,1 0 0,-1 0 0,0 1 0,1-1 0,-1 0 0,0 1 0,0-1 0,1 0 0,0 2 0,2 0 8,-1 0 0,1 0 0,-1 1 0,0-1 0,0 1 0,0 0 0,0 0 0,0 0 0,3 6 0,3 4-374,7 16 0,-12-22-112,-2-2 165,29 49-3200,-25-44 3056,0-1 0,1-1 0,11 13 0,-13-17 223,-1-4-939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9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24575,'1'18'0,"1"-1"0,1 1 0,1 0 0,7 23 0,3 12 0,-11-40 0,37 149 0,-36-152 0,-4-10 0,0 0 0,0 0 0,0 0-1,0 0 1,0 0 0,0 0 0,0 0-1,0 0 1,0 0 0,0 0 0,0 0-1,0 0 1,0 0 0,0 0 0,0 0-1,0 0 1,1 0 0,-1 0 0,0 0-1,0 0 1,0 0 0,0 0 0,0 0-1,0 0 1,0 0 0,0 0 0,0 0-1,0 0 1,0 0 0,0 0 0,0 0-1,0 0 1,0 0 0,0 0 0,0 0-1,0 0 1,0 0 0,0 0 0,0 0-1,0 0 1,0 0 0,0 0 0,0 0 0,0 0-1,0 0 1,0 0 0,0 0 0,0 0-1,0 0 1,0 0 0,0 0 0,0 0-1,0 0 1,0 0 0,0 0 0,0 0-1,0 0 1,0 0 0,0 0 0,0 1-1,0-1 1,0 0 0,0 0 0,1-5 28,-3-6-1406,0-3-5448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19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24575,'0'-4'0,"0"0"-8191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2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24575,'0'2'0,"1"0"0,-1-1 0,0 1 0,1 0 0,-1-1 0,2 3 0,0 4 0,29 80 0,-2-5 0,-26-73 0,-1-2 0,0-1 0,4 9 0,-9-24 0,1 0 0,0-1 0,0 1 0,1-1 0,0 1 0,0-12 0,0 17 0,1 0 0,0 0 0,1 0 0,-1-1 0,0 1 0,1 0 0,0 0 0,0 0 0,0 0 0,0 0 0,0 0 0,0 0 0,1 1 0,0-1 0,-1 0 0,1 1 0,0-1 0,0 1 0,0 0 0,1-1 0,-1 1 0,0 0 0,1 0 0,0 1 0,-1-1 0,1 0 0,0 1 0,0 0 0,0 0 0,0 0 0,0 0 0,4-1 0,5 1 0,0 0 0,0 1 0,0 0 0,-1 1 0,1 0 0,0 1 0,0 0 0,-1 1 0,17 6 0,-19-6 0,0 1 0,0 1 0,-1-1 0,0 1 0,0 0 0,0 1 0,0 0 0,-1 0 0,0 1 0,-1 0 0,1 0 0,6 10 0,-7-6 0,-1-1 0,0 1 0,-1 0 0,5 15 0,4 12 0,-12-36-85,0 0 0,0 0-1,0 0 1,0 0 0,0 0-1,1 0 1,-1-1 0,0 1-1,1-1 1,0 1 0,-1-1-1,1 1 1,0-1 0,0 0-1,2 2 1,6 0-6741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45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0 296 24575,'1'0'0,"0"-1"0,0 1 0,0-1 0,0 1 0,0-1 0,0 1 0,0-1 0,0 0 0,0 1 0,0-1 0,0 0 0,1-2 0,1 0 0,12-10 0,0-2 0,-1 1 0,13-18 0,-17 17 0,16-28 0,-23 36 0,0 1 0,0-1 0,-1 0 0,0 0 0,-1 0 0,0 0 0,1-11 0,-1 11 0,-1-1 0,1-1 0,-1 1 0,-1 0 0,0-1 0,-3-14 0,4 23 0,0-1 0,0 0 0,0 1 0,-1-1 0,1 0 0,0 1 0,-1-1 0,1 0 0,-1 1 0,1-1 0,0 1 0,-1-1 0,1 1 0,-1-1 0,0 1 0,1-1 0,-1 1 0,1-1 0,-1 1 0,0 0 0,1 0 0,-1-1 0,0 1 0,1 0 0,-1 0 0,0-1 0,0 1 0,1 0 0,-1 0 0,-1 0 0,1 0 0,0 1 0,0-1 0,0 0 0,0 1 0,0-1 0,0 0 0,0 1 0,0-1 0,0 1 0,1 0 0,-1-1 0,0 1 0,0 0 0,0-1 0,1 1 0,-1 0 0,0 0 0,1 0 0,-1 0 0,1-1 0,-1 3 0,-1 3 0,0 0 0,0 0 0,1 0 0,0 0 0,1 1 0,-1-1 0,1 12 0,0 13 0,-7 190 0,7-216 0,0-1 0,0 1 0,1-1 0,0 1 0,0-1 0,0 0 0,3 6 0,1 0 0,9 15 0,-4-8 0,0 1 0,-8-13 0,1 0 0,0 0 0,0 0 0,0 0 0,0 0 0,1 0 0,0-1 0,7 7 0,-6-7 0,0-1 0,1 1 0,-1-1 0,0 0 0,1 0 0,0-1 0,0 1 0,0-1 0,0-1 0,0 1 0,0-1 0,0 0 0,8 0 0,-3 0-120,1-1 247,15-1-1,-24 1-250,0 0-1,0 0 0,-1-1 0,1 0 0,0 1 0,-1-1 0,1 0 0,-1 0 1,1-1-1,-1 1 0,3-2 0,3-5-6701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46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24575,'0'15'0,"1"1"0,6 30 0,14 28 0,-20-69 0,1 1 0,0-1 0,5 10 0,-6-14 0,0 1 0,0-1 0,0 1 0,0-1 0,1 0 0,-1 1 0,0-1 0,1 0 0,-1 0 0,1 0 0,0 0 0,-1 0 0,1 0 0,0 0 0,2 0 0,0 0 0,1 1 0,-1-2 0,1 1 0,-1 0 0,1-1 0,8 0 0,-11-1 0,1 1 0,-1 0 0,1-1 0,-1 0 0,1 1 0,-1-1 0,0 0 0,1 0 0,-1-1 0,0 1 0,0 0 0,0-1 0,4-2 0,-3 1 0,0 0 0,-1 0 0,1-1 0,-1 1 0,0-1 0,1 1 0,-1-1 0,-1 0 0,1 0 0,-1 0 0,1 0 0,-1 0 0,0 0 0,-1 0 0,1 0 0,-1 0 0,1-5 0,-2 1 0,1-3 0,1 8 0,0 4 0,35 58 0,-14-24 0,-12-18 0,38 68 0,-39-67 0,0-1 0,-1 1 0,11 32 0,-10-18 0,-4-18 0,-1 0 0,-1 0 0,4 27 0,-7-39 0,0-1 0,0 1 0,0 0 0,-1 0 0,1-1 0,0 1 0,-1 0 0,1 0 0,-1-1 0,0 3 0,0-3 0,0 0 0,1 0 0,-1-1 0,1 1 0,-1 0 0,0 0 0,1-1 0,-1 1 0,0-1 0,0 1 0,0 0 0,1-1 0,-1 0 0,0 1 0,0-1 0,0 1 0,0-1 0,0 0 0,0 0 0,-1 1 0,-3-1 0,0 0 0,0 0 0,0-1 0,1 1 0,-1-1 0,0 0 0,1 0 0,-6-2 0,-37-18 0,35 15 0,-4-1 0,0-2 0,1 0 0,-21-16 0,34 23 7,0 0 0,0 0 0,0 0 0,0-1 0,0 1 1,1 0-1,-1-1 0,1 0 0,0 1 0,-1-1 0,1 0 0,0 1 0,1-1 0,-1 0 0,0 0 0,0-6 0,1 7-85,0-1 0,0 0 0,0 1-1,1-1 1,-1 0 0,1 1 0,-1-1 0,1 1 0,0-1-1,0 1 1,0-1 0,0 1 0,0-1 0,1 1 0,-1 0-1,1 0 1,-1 0 0,4-3 0,4-2-6748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4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24575,'10'0'0,"-2"0"0,1 0 0,0-1 0,16-2 0,-23 2 0,1 1 0,-1-1 0,0 0 0,0 0 0,0 0 0,1 0 0,-1 0 0,0 0 0,0-1 0,-1 1 0,1-1 0,0 1 0,0-1 0,-1 0 0,1 0 0,-1 0 0,0 0 0,1 0 0,0-2 0,0 0 0,-1 1 0,1 0 0,-1 0 0,1 1 0,0-1 0,0 0 0,4-4 0,-5 7 0,0-1 0,0 0 0,0 1 0,0-1 0,0 1 0,0-1 0,1 1 0,-1-1 0,0 1 0,0 0 0,0-1 0,0 1 0,0 0 0,1 0 0,-1 0 0,0 0 0,0 0 0,0 0 0,1 1 0,-1-1 0,0 0 0,0 0 0,0 1 0,0-1 0,0 1 0,2 0 0,0 1 0,0 0 0,0 0 0,0 0 0,0 0 0,0 0 0,0 1 0,-1 0 0,5 4 0,1 4 0,6 13 0,-4-9 0,-2-1 0,-4-6 0,1 0 0,0-1 0,1 0 0,7 8 0,-4-6-1365,-1-1-5461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48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24575,'2'2'0,"2"0"0,5 0 0,1 0 0,2 0 0,2-1 0,1-1 0,1 0 0,-2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4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24575,'1'0'0,"3"0"0,3 0 0,3 0 0,0 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53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24575,'2'0'0,"-1"0"0,1 1 0,-1-1 0,1 1 0,-1-1 0,1 1 0,-1-1 0,0 1 0,1 0 0,-1 0 0,0 0 0,0 0 0,0 0 0,1 0 0,-1 0 0,0 0 0,1 3 0,1-1 0,17 20 0,89 92 0,-106-112 0,0-1 0,1 1 0,-1 0 0,1-1 0,6 4 0,-9-6 0,0 1 0,0-1 0,1 1 0,-1-1 0,0 0 0,0 0 0,1 0 0,-1 1 0,0-1 0,1 0 0,-1-1 0,0 1 0,0 0 0,1 0 0,-1-1 0,0 1 0,0 0 0,1-1 0,-1 1 0,0-1 0,0 0 0,2 0 0,0-2 0,0 1 0,0-1 0,0 1 0,-1-1 0,1 0 0,-1 0 0,4-5 0,0-2 0,5-13 0,-2 2 0,-7 19 0,-1 2 0,1 7 0,-2-5 0,4 13 0,0 0 0,1 0 0,7 17 0,-4-15 0,17 44 0,4-2 0,58 91 0,-80-140 0,0 1 0,7 12 0,-13-20 0,0 0 0,1 0 0,-1 0 0,0 0 0,0 0 0,-1 0 0,1 0 0,-1 0 0,1 5 0,-1-6 0,-1-1 0,1 1 0,0-1 0,-1 0 0,1 1 0,-1-1 0,1 1 0,-1-1 0,0 0 0,0 0 0,0 1 0,1-1 0,-1 0 0,0 0 0,0 0 0,-1 0 0,1 0 0,0 0 0,0 0 0,-2 0 0,-1 2 0,0-1 0,-1 0 0,1 0 0,0-1 0,-7 2 0,2-1 0,-1 0 0,1-1 0,-1 0 0,1 0 0,-1-1 0,-11-1 0,19 0 0,-1 0 0,1 1 0,-1-1 0,1 0 0,0 0 0,0-1 0,-1 1 0,1 0 0,0-1 0,0 1 0,0-1 0,0 0 0,0 1 0,1-1 0,-1 0 0,0 0 0,1 0 0,0 0 0,-2-3 0,-1-3 0,1 0 0,-1 0 0,2 0 0,-4-12 0,5 16 15,0 0 0,1 0 0,-1 0 0,1 0 0,0 0 0,0-1 0,1-3 0,-1 5-114,1 1 0,-1 0 0,1 0 0,0 0 0,0 0 0,0 0 0,0 0 0,0 0 0,0 0 0,0 0 0,1 1 0,-1-1 0,1 0 0,2-2 0,7-4-6727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5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24575,'4'0'0,"2"0"0,5 0 0,1 0 0,2 0 0,3 0 0,2 0 0,4 0 0,-1 0 0,2 0 0,0 0 0,-2 0 0,-1 0 0,-3 0 0,-2 0 0,0 0 0,-1 0 0,-4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55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24575,'0'13'0,"-1"-5"0,1 1 0,0-1 0,1 1 0,0-1 0,0 0 0,1 1 0,4 12 0,-3-15 0,0-1 0,-1 0 0,2 1 0,-1-1 0,0-1 0,1 1 0,0 0 0,0-1 0,1 0 0,-1 0 0,1 0 0,6 4 0,-7-6 0,-1 0 0,1 0 0,0-1 0,0 1 0,0-1 0,0 0 0,0 0 0,0 0 0,0 0 0,1-1 0,-1 0 0,0 0 0,0 0 0,0 0 0,1-1 0,-1 1 0,0-1 0,5-2 0,-6 2 0,-1 0 0,0 0 0,1 0 0,-1 0 0,0-1 0,0 1 0,0-1 0,0 1 0,0-1 0,0 0 0,3-4 0,-3 3 0,0-1 0,0 1 0,0-1 0,0 0 0,-1 0 0,3-7 0,-2 2 0,-1 0 0,1-1 0,-2 1 0,1-1 0,-2-16 0,-2 13 0,1 10 0,1 3 0,-2 7 0,3-1 0,-1-1 0,1 1 0,1 0 0,-1 0 0,2 7 0,9 30 0,-7-25 0,3 8 0,2 0 0,0-1 0,2 0 0,0 0 0,20 29 0,-24-43 0,-1 0 0,0 0 0,-1 1 0,-1 0 0,7 22 0,4 19 0,3 13 0,-18-65 0,0 0 0,0-1 0,1 1 0,-1 0 0,0-1 0,0 1 0,0 0 0,0 0 0,0-1 0,0 1 0,-1 0 0,1-1 0,0 1 0,0 0 0,0-1 0,-1 1 0,1 0 0,0-1 0,-1 2 0,0-1 0,1-1 0,-1 0 0,0 1 0,1-1 0,-1 0 0,1 1 0,-1-1 0,0 0 0,1 1 0,-1-1 0,0 0 0,1 0 0,-1 0 0,0 0 0,1 0 0,-2 0 0,-3 0 0,0-1 0,1 0 0,-1 0 0,-7-3 0,9 3 0,-2 0 0,0-1 0,0 0 0,0-1 0,0 1 0,0-1 0,1 0 0,0 0 0,-6-5 0,7 5 0,0 0 0,0 0 0,1-1 0,-1 1 0,1-1 0,0 0 0,0 0 0,0 1 0,0-1 0,1-1 0,-2-3 0,0-8-225,1 0-1,1-1 1,0-30-1,1 41-237,0-12-6363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5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 24575,'1'-3'0,"-1"0"0,0 0 0,1 0 0,-1 0 0,1 0 0,0 0 0,0 0 0,0 0 0,1 0 0,1-3 0,3-3 0,12-14 0,-5 8 0,42-57 0,-52 68 0,-1 0 0,1 1 0,0 0 0,0-1 0,5-2 0,-8 5 0,0 1 0,1 0 0,-1 0 0,0 0 0,1-1 0,-1 1 0,0 0 0,0 0 0,1 0 0,-1 0 0,0 0 0,1 0 0,-1 0 0,0 0 0,1 0 0,-1 0 0,0-1 0,1 2 0,-1-1 0,0 0 0,1 0 0,-1 0 0,0 0 0,1 0 0,-1 0 0,0 0 0,1 0 0,-1 0 0,0 1 0,0-1 0,1 0 0,-1 0 0,0 0 0,1 1 0,-1-1 0,0 0 0,0 0 0,0 1 0,1-1 0,-1 0 0,1 2 0,0 0 0,0 1 0,0-1 0,1 4 0,-1-2 0,38 101 120,-28-82-615,0 0 0,20 29 0,-21-38-6331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57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24575,'-1'1'0,"1"-1"0,-1 0 0,1 0 0,-1 0 0,1 0 0,0 0 0,-1 0 0,1 1 0,-1-1 0,1 0 0,0 0 0,-1 1 0,1-1 0,0 0 0,-1 0 0,1 1 0,0-1 0,-1 0 0,1 1 0,0-1 0,0 0 0,-1 2 0,-3 9 0,1 3 0,0 1 0,2 0 0,-1 0 0,2 17 0,0-16 0,-5 161 0,0-27 0,4-144 0,1 3 0,0 1 0,0 0 0,1 0 0,0-1 0,0 1 0,5 14 0,6 5 0,2 0 0,24 37 0,-14-24 0,-18-31 30,1 0 0,0-1 0,13 15 0,-16-21-165,-1 0 0,1-1 0,1 0 0,-1 1 0,0-1 0,1-1 0,-1 1 0,1-1 0,0 1 0,10 2 0,-2-2-6691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59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24575,'1'6'0,"-1"-1"0,1 1 0,0-1 0,0 0 0,0 1 0,1-1 0,2 7 0,3 3 0,10 15 0,-6-11 0,2 1 0,1 0 0,31 34 0,-9-12 0,-29-32 0,0 0 0,-1 0 0,0 1 0,-1 0 0,0 0 0,-1 0 0,0 1 0,-1 0 0,0 0 0,2 15 0,-1 14 0,-2 69 0,-3-84 0,1-13-114,-1 0 1,0-1-1,-1 1 0,0 0 0,-2-1 1,1 1-1,-1-1 0,-1 0 0,0 0 1,-1 0-1,-10 15 0,10-17-6712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24575,'0'-1'0,"1"0"0,-1 0 0,0 0 0,0 0 0,1 0 0,-1 0 0,1 0 0,-1 1 0,1-1 0,-1 0 0,1 0 0,-1 0 0,1 0 0,0 0 0,0 1 0,-1-1 0,1 0 0,0 1 0,0-1 0,0 1 0,0-1 0,0 1 0,1-2 0,1 1 0,0 0 0,0 0 0,0 0 0,0 0 0,0 0 0,5 0 0,-6 1 0,0 0 0,0 0 0,-1 0 0,1 1 0,0-1 0,0 0 0,-1 1 0,1-1 0,0 1 0,0-1 0,-1 1 0,1 0 0,0 0 0,-1 0 0,1 0 0,1 1 0,-1 0 0,0 0 0,0 0 0,-1 1 0,1-1 0,-1 0 0,1 1 0,-1-1 0,1 0 0,0 6 0,0-3 0,-1 0 0,1 0 0,-2 0 0,1 0 0,0 1 0,-1-1 0,0 0 0,0 1 0,-1-1 0,-1 10 0,-1-6 0,-1 0 0,-7 14 0,7-17 0,1 0 0,0 0 0,1 1 0,-1-1 0,1 1 0,-2 10 0,4-16 0,0 1 0,0-1 0,0 1 0,0-1 0,0 1 0,0-1 0,1 1 0,-1-1 0,0 1 0,1-1 0,-1 0 0,1 1 0,0-1 0,-1 0 0,1 1 0,0-1 0,1 2 0,0-2 0,-1 1 0,1 0 0,0-1 0,0 1 0,0-1 0,0 0 0,0 0 0,1 1 0,2 0 0,4 0 0,0 1 0,0-1 0,0-1 0,12 1 0,76-1-1365,-82-2-5461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31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24575,'0'-1'0,"0"0"0,1 0 0,-1 0 0,1 0 0,-1 0 0,1 0 0,-1 0 0,1 0 0,1-1 0,0-2 0,5-5 0,0 1 0,1 0 0,0 0 0,0 1 0,14-10 0,-15 12 0,5-3 0,18-10 0,-26 15 0,2 1 0,-1-1 0,1 1 0,0 0 0,0 1 0,-1-1 0,1 1 0,0 0 0,8 0 0,-1 1 0,-1 0 0,24 4 0,-32-3 0,0-1 0,0 1 0,-1 0 0,1 1 0,0-1 0,-1 1 0,1-1 0,-1 1 0,0 0 0,1 1 0,3 3 0,-5-4 0,0 0 0,0 0 0,0 1 0,0-1 0,0 1 0,-1-1 0,0 1 0,1 0 0,-1-1 0,0 1 0,0 0 0,0 0 0,-1 0 0,1 0 0,0 4 0,-2 100 0,0-44 0,1-60 0,0 0 0,0 0 0,-1 0 0,1-1 0,0 1 0,-1 0 0,0 0 0,0-1 0,0 1 0,0 0 0,0-1 0,0 1 0,-1-1 0,1 1 0,-1-1 0,0 0 0,0 0 0,0 0 0,0 0 0,0 0 0,0 0 0,0 0 0,-5 2 0,-39 23 0,28-17 0,1 0 0,0 1 0,-24 22 0,32-25 0,0 1 0,1 0 0,-8 12 0,13-17 0,0 0 0,1 1 0,0-1 0,0 1 0,0 0 0,0-1 0,1 1 0,0 0 0,0 0 0,-1 8 0,2-5 0,-1 0 0,1 0 0,0 0 0,0 0 0,3 13 0,-3-19 0,1 0 0,-1 0 0,1 0 0,0 0 0,0 0 0,0-1 0,0 1 0,0 0 0,0 0 0,0-1 0,0 1 0,1-1 0,-1 1 0,1-1 0,-1 0 0,1 1 0,0-1 0,-1 0 0,1 0 0,0 0 0,0 0 0,0 0 0,3 0 0,2 1 0,1 0 0,0-1 0,14 1 0,25-3 0,-25 0 0,16 0 0,55 1 0,-78 2 0,27 7 0,-8-1 0,27 4 0,-40-5 0,-17-5 0,-1-1 0,1 0 0,-1 0 0,1 0 0,-1 0 0,1 0 0,0-1 0,-1 0 0,7 1 0,3-4-1365,-2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3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24575,'2'0'0,"4"0"0,3 4 0,0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37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24575,'8'-9'0,"-1"1"0,0-2 0,0 1 0,-1-1 0,6-11 0,20-54 0,-30 69 0,1 1 0,-1 0 0,-1 0 0,1-1 0,-1 1 0,1-1 0,-1 1 0,0-9 0,-1 14 0,0-1 0,0 0 0,0 1 0,0-1 0,-1 0 0,1 1 0,0-1 0,0 0 0,0 1 0,-1-1 0,1 1 0,0-1 0,-1 0 0,1 1 0,0-1 0,-1 1 0,1-1 0,-1 1 0,1-1 0,-1 1 0,1-1 0,-1 1 0,1 0 0,-1-1 0,1 1 0,-1 0 0,1-1 0,-1 1 0,-1 0 0,1 0 0,0-1 0,0 1 0,0 0 0,0 0 0,0 0 0,0 0 0,0 1 0,0-1 0,0 0 0,0 0 0,0 1 0,0-1 0,0 0 0,0 1 0,1-1 0,-1 1 0,0-1 0,-2 2 0,0 1 0,0 0 0,0 0 0,1 0 0,-1 0 0,0 1 0,1-1 0,0 1 0,-3 6 0,2-4 0,1 1 0,0 0 0,0-1 0,-2 13 0,3-6 0,1 1 0,0-1 0,0 0 0,5 27 0,-2-26 0,9 28 0,-10-36 0,1 0 0,0 0 0,0 0 0,0-1 0,0 1 0,1-1 0,5 5 0,-3-3 0,2 0 0,-1-1 0,1 0 0,0 0 0,0-1 0,1 0 0,0-1 0,11 5 0,-4-3 0,1-1 0,0-1 0,30 5 0,8-1-1365,-44-7-5461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38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24575,'0'0'0,"1"0"0,-1-1 0,0 1 0,0 0 0,0 0 0,0-1 0,0 1 0,0 0 0,0 0 0,0-1 0,1 1 0,-1 0 0,0 0 0,0-1 0,0 1 0,1 0 0,-1 0 0,0 0 0,0-1 0,1 1 0,-1 0 0,0 0 0,0 0 0,1 0 0,-1 0 0,0 0 0,0-1 0,1 1 0,-1 0 0,0 0 0,1 0 0,-1 0 0,0 0 0,0 0 0,1 0 0,-1 0 0,0 0 0,1 0 0,-1 0 0,0 1 0,0-1 0,1 0 0,-1 0 0,14 5 0,-7-1 0,36 17 0,-35-18 0,0 0 0,0 0 0,13 3 0,-17-6 0,0 0 0,0 1 0,-1-1 0,1 0 0,0-1 0,0 1 0,-1-1 0,1 1 0,0-1 0,-1 0 0,1-1 0,-1 1 0,1-1 0,5-3 0,-6 3 0,0 0 0,-1 0 0,0 0 0,1 0 0,-1 0 0,0-1 0,0 1 0,0-1 0,0 1 0,-1-1 0,1 0 0,-1 0 0,0 0 0,1 0 0,-1 0 0,-1 0 0,1 0 0,0-3 0,0 3 0,-1 0 0,1 0 0,-1-1 0,0 1 0,0 0 0,0 0 0,0 0 0,0-1 0,-2-4 0,2 7 0,0 1 0,0 0 0,0 0 0,0 0 0,0 0 0,0 0 0,0 0 0,0 0 0,0 0 0,0 0 0,0 0 0,0-1 0,0 1 0,-1 0 0,1 0 0,0 0 0,0 0 0,0 0 0,0 0 0,0 0 0,0 0 0,0 0 0,0 0 0,0 0 0,0 0 0,0 0 0,0 0 0,0 0 0,-1 0 0,1 0 0,0-1 0,0 1 0,0 0 0,0 0 0,0 0 0,0 0 0,0 0 0,0 0 0,-3 4 0,1 6 0,-1 20 0,2 52 0,2-47 0,0-6 0,2-1 0,0-1 0,2 1 0,10 30 0,-5-24 0,1-1 0,20 42 0,-29-73 0,-1 1 0,1 0 0,-1 1 0,0-1 0,2 6 0,-3-9 0,0 1 0,0-1 0,0 1 0,0-1 0,0 1 0,0-1 0,0 1 0,0 0 0,0-1 0,0 1 0,0-1 0,0 1 0,0-1 0,0 1 0,-1-1 0,1 1 0,0-1 0,0 1 0,-1-1 0,1 1 0,0-1 0,-1 1 0,1-1 0,0 1 0,-1-1 0,1 0 0,-1 1 0,1-1 0,-1 0 0,1 1 0,-1-1 0,1 0 0,-1 0 0,1 0 0,-2 1 0,-2 0 0,0-1 0,0 0 0,-1 0 0,1 0 0,0 0 0,-1 0 0,-6-3 0,1 2 0,-77-15 0,84 16 0,1-1 0,0 1 0,-1-1 0,1 0 0,0 0 0,0 0 0,0 0 0,0 0 0,0-1 0,0 1 0,0-1 0,-2-2 0,3 3 0,0 0 0,0-1 0,0 1 0,0-1 0,1 1 0,-1-1 0,0 1 0,1-1 0,-1 1 0,1-1 0,-1 0 0,1 1 0,0-1 0,0 0 0,0 1 0,0-1 0,0 0 0,1-2 0,1-9 0,1-1 0,1 1 0,0 0 0,0 1 0,2-1 0,0 1 0,0 0 0,8-12 0,-12 21 0,1 0 0,-1 1 0,1-1 0,0 0 0,-1 1 0,1 0 0,4-3 0,3 0 0,11-5 0,-14 6 0,1 1 0,-1-1 0,11-7 0,-15 8-105,1 0 0,-1 1 0,0-1 0,0 0 0,-1-1 0,1 1 0,-1 0 0,1-1 0,-1 0 0,0 1 0,0-1 0,1-5 0,0-3-6721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39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24575,'0'-6'0,"1"0"0,0 1 0,0-1 0,0 1 0,0-1 0,3-6 0,16-31 0,-8 20 0,2-9 0,-9 24 0,-4 7 0,-1 1 0,0 0 0,0 0 0,0 0 0,1 0 0,-1-1 0,0 1 0,0 0 0,1 0 0,-1 0 0,0 0 0,0 0 0,1 0 0,-1 0 0,0 0 0,0 0 0,1 0 0,-1 0 0,1 0 0,0 0 0,1 1 0,-1 0 0,1-1 0,-1 1 0,0 0 0,1 0 0,-1 0 0,3 3 0,29 25 0,104 84 0,-129-107-101,82 61-1163,-79-58-5562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39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1:4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24575,'0'3'0,"0"4"0,0-1-8191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3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24575,'7'-1'0,"0"0"0,0 0 0,0-1 0,-1 1 0,1-2 0,0 1 0,-1-1 0,8-4 0,9-3 0,-6 3 0,6-3 0,32-9 0,-37 14 0,0 1 0,0 0 0,35-1 0,-52 5 0,1 0 0,0 0 0,-1 0 0,1 0 0,-1 0 0,1 1 0,0-1 0,-1 1 0,1-1 0,-1 1 0,1 0 0,-1-1 0,0 1 0,1 0 0,-1 0 0,0 0 0,1 0 0,0 2 0,0-1 0,-1 0 0,0 0 0,0 0 0,1 0 0,-2 0 0,1 1 0,0-1 0,0 0 0,-1 0 0,1 1 0,-1-1 0,0 3 0,1 3 0,-1-1 0,-1 1 0,1 0 0,-1 0 0,-1-1 0,1 1 0,-1-1 0,0 1 0,-1-1 0,0 0 0,0 0 0,-5 8 0,-1-1 0,-1 0 0,0-1 0,-1 0 0,-18 17 0,28-30 0,-9 12 0,10-12 0,0 0 0,0 1 0,-1-1 0,1 0 0,0 0 0,0 1 0,0-1 0,0 0 0,0 1 0,0-1 0,-1 0 0,1 0 0,0 1 0,0-1 0,0 0 0,0 1 0,0-1 0,0 0 0,0 1 0,0-1 0,0 0 0,0 1 0,1-1 0,-1 0 0,0 1 0,0-1 0,0 0 0,0 0 0,0 1 0,1-1 0,-1 0 0,0 0 0,0 1 0,0-1 0,1 0 0,-1 0 0,0 1 0,0-1 0,1 0 0,-1 0 0,1 1 0,3 0 0,0 0 0,0 0 0,0-1 0,0 1 0,1-1 0,-1 0 0,0 0 0,8-1 0,-2 1 0,-3-1 0,-1 1 0,1 0 0,-1 0 0,0 1 0,1 0 0,-1 0 0,1 1 0,-1 0 0,0 0 0,10 5 0,-9-4 0,-1 1 0,0 0 0,0 0 0,-1 1 0,1 0 0,-1 0 0,0 0 0,0 1 0,-1-1 0,0 1 0,0 0 0,0 1 0,0-1 0,4 12 0,-3-2 0,0 1 0,-1-1 0,0 0 0,-2 1 0,2 21 0,-4-34 0,0 0 0,0 0 0,0 0 0,0 0 0,-2 6 0,1-8 0,1 0 0,-1 0 0,0 0 0,0 0 0,0 0 0,0 0 0,0 0 0,-1 0 0,1 0 0,-1 0 0,-1 1 0,-3 2 12,-1 0 0,1 0 0,-1-1 0,0 0 0,1-1 0,-2 1 0,1-1 0,0-1 0,-14 4 0,5-3-383,0 0-1,0-1 1,-27-1 0,29-1-6455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3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24575,'3'0'0,"2"0"-8191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5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24575,'0'1'0,"1"0"0,-1 0 0,1 0 0,-1 0 0,1 0 0,-1 0 0,1 0 0,-1 0 0,1 0 0,0 0 0,0 0 0,1 1 0,0 1 0,5 4 0,-1 0 0,1 0 0,1-1 0,-1 0 0,1 0 0,16 8 0,56 23 0,-37-19 0,74 32 0,-105-45 0,18 5 0,-27-9 0,1 0 0,0 0 0,0-1 0,-1 1 0,1-1 0,0 0 0,0 0 0,0 0 0,5-2 0,-7 2 0,0-1 0,0 0 0,0 1 0,-1-1 0,1 0 0,0 0 0,0 0 0,-1-1 0,1 1 0,-1 0 0,1-1 0,-1 1 0,2-2 0,-1 0 0,0 0 0,0 0 0,-1 0 0,1 0 0,-1 0 0,2-7 0,0-1 0,-1 0 0,0-1 0,0-15 0,-2-27 0,1 48 0,1 8 0,2 10 0,8 49 0,-5-21 0,87 321 0,-71-293 0,2-1 0,42 77 0,-65-140 0,0-1 0,0 1 0,-1-1 0,1 1 0,0 4 0,-2-8 0,1 1 0,-1 0 0,0 0 0,0-1 0,0 1 0,0 0 0,0-1 0,0 1 0,0 0 0,0 0 0,0-1 0,0 1 0,-1 0 0,1-1 0,0 1 0,0 0 0,-1-1 0,1 1 0,0 0 0,-1-1 0,1 1 0,0-1 0,-1 1 0,1-1 0,-1 1 0,1-1 0,-1 1 0,0-1 0,0 1 0,-1 0 0,0 0 0,0 0 0,-1 0 0,1-1 0,0 1 0,-1 0 0,1-1 0,-4 0 0,-21 0 0,6-2 0,1-1 0,-32-9 0,-37-18 0,73 23 0,0 0 0,0-1 0,-15-11 0,24 14 0,0 0 0,0-1 0,0 0 0,1 0 0,-1 0 0,2-1 0,-10-14 0,8 9 0,1 1 0,1-1 0,0 0 0,1 0 0,0 0 0,1-1 0,1 1 0,-2-17 0,2 15 0,-5-18 0,0-5 0,7 32 0,0 0 0,0 1 0,1-1 0,-1 0 0,1 1 0,0-1 0,0 1 0,1 0 0,0-1 0,3-6 0,-2 4 0,0 0 0,3-12 0,-4 4-299,-1 0 0,0-26 0,-1 37-169,0-17-6358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6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1 235 24575,'0'-4'0,"0"0"0,1 0 0,0 1 0,-1-1 0,1 0 0,1 1 0,-1-1 0,0 1 0,3-5 0,4-4 0,9-13 0,1-2 0,52-83 0,-69 108 0,0 1 0,1-1 0,-1 1 0,0-1 0,0 1 0,1 0 0,-1-1 0,0 1 0,1 0 0,-1 0 0,3-1 0,-3 1 0,0 1 0,0-1 0,0 1 0,1 0 0,-1 0 0,0-1 0,0 1 0,0 0 0,0 0 0,0 0 0,0 0 0,1 1 0,-1-1 0,0 0 0,0 0 0,0 1 0,0-1 0,0 0 0,0 1 0,1 0 0,10 6 0,-1 0 0,16 14 0,-6-4 0,-7-7-119,34 29 372,-43-35-441,-1 1 1,1 0 0,-1 0-1,0 0 1,-1 0 0,1 1-1,3 7 1,-3-1-6639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63 24575,'-1'0'0,"1"0"0,0-1 0,-1 1 0,1 0 0,-1 0 0,1-1 0,0 1 0,-1 0 0,1 0 0,0-1 0,0 1 0,-1 0 0,1-1 0,0 1 0,0 0 0,-1-1 0,1 1 0,0-1 0,0 1 0,0 0 0,0-1 0,0 1 0,0-1 0,-2-2 0,-1-4 0,1 4 0,1 0 0,-1-1 0,1 1 0,-1-1 0,1 1 0,0-5 0,1 7 0,-1 1 0,1-1 0,0 0 0,1 1 0,-1-1 0,0 1 0,0-1 0,0 0 0,0 1 0,0-1 0,1 1 0,-1-1 0,0 1 0,0-1 0,1 0 0,-1 1 0,1-1 0,0 0 0,0 0 0,-1 1 0,1-1 0,0 1 0,0-1 0,0 1 0,0 0 0,0-1 0,0 1 0,0 0 0,0 0 0,0-1 0,0 1 0,1 0 0,6 1 0,-1-1 0,0 1 0,1 0 0,-1 1 0,0 0 0,13 5 0,-7-2 0,-3-2 0,6 2 0,19 9 0,-31-12 0,-1-1 0,0 1 0,1 0 0,-1 0 0,0 1 0,0-1 0,0 1 0,-1-1 0,1 1 0,0 0 0,2 4 0,-4-5 0,0 0 0,-1 0 0,1 0 0,0 0 0,-1 0 0,1 0 0,-1 0 0,0 0 0,0 0 0,0 0 0,0 0 0,0 0 0,0 0 0,0 0 0,-1 0 0,1 0 0,-1 0 0,1 0 0,-1 0 0,0 0 0,0-1 0,0 1 0,0 0 0,-2 2 0,-3 4 0,0 0 0,-1-1 0,-13 12 0,14-13 0,5-5 0,-2 2 0,-1 0 0,1 0 0,0 0 0,0 1 0,-4 5 0,7-8 0,-1 0 0,1 0 0,0 1 0,-1-1 0,1 0 0,0 0 0,-1 0 0,1 0 0,0 0 0,0 0 0,0 1 0,0-1 0,0 0 0,0 0 0,1 0 0,-1 0 0,0 0 0,0 1 0,1-1 0,-1 0 0,1 0 0,-1 0 0,1 0 0,-1 0 0,1 0 0,0 0 0,0 0 0,1 2 0,1-1 0,-1 0 0,1 0 0,-1 0 0,1 0 0,-1 0 0,1 0 0,0-1 0,0 0 0,0 1 0,0-1 0,0 0 0,0 0 0,4 0 0,6 1 0,0-1 0,17 0 0,-2 0 0,18 2-1365,-27-1-5461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8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08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1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24575,'6'0'0,"12"0"0,5 0 0,8 0 0,4 0 0,1 0 0,0 0 0,5 0 0,1 0 0,-1 0 0,-2 0 0,-1 0 0,-5 4 0,-6 1 0,-8-1-8191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24575,'18'11'0,"-1"0"0,17 15 0,-8-6 0,73 58 0,-23-18 0,-54-43 0,0 2 0,33 34 0,-52-50 0,-1 0 0,1 1 0,-1-1 0,1 1 0,-1 0 0,0-1 0,-1 1 0,3 7 0,-3-9 0,-1 0 0,0 0 0,0 0 0,0 0 0,0 0 0,0 0 0,0 1 0,0-1 0,-1 0 0,1 0 0,-1 0 0,1 0 0,-1 0 0,0 0 0,0 0 0,0-1 0,0 1 0,0 0 0,-2 2 0,0 0 0,-1 1 0,-1-1 0,1 0 0,0 0 0,-8 4 0,-26 15 0,24-15 0,-18 13 0,14-6 0,1 0 0,1 2 0,0 0 0,-21 29 0,36-44 0,-1 0 0,1 1 0,-1-1 0,1 1 0,0-1 0,-2 5 0,3-6 0,0 0 0,-1 0 0,1 0 0,0 0 0,0 0 0,0 0 0,0 0 0,1 0 0,-1 0 0,0 0 0,0 0 0,0-1 0,1 1 0,-1 0 0,0 0 0,1 0 0,-1 0 0,1 0 0,-1-1 0,1 1 0,0 0 0,-1 0 0,2 0 0,0 2 0,1-1 0,0 0 0,0 0 0,0-1 0,0 1 0,0 0 0,0-1 0,0 0 0,6 2 0,4 0 0,16 1 0,-25-4 0,58 8 0,102 10 0,-133-18-1365,-18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4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24575,'1'6'0,"0"0"0,0 1 0,0-1 0,1-1 0,0 1 0,4 9 0,-2-4 0,1 2 0,1 0 0,0 0 0,1 0 0,9 12 0,-10-18 0,1 0 0,-1-1 0,1 0 0,13 9 0,5 3 0,-16-8 0,-5-7 0,-1 0 0,0 0 0,1-1 0,7 5 0,-11-6 0,1-1 0,-1 0 0,1 0 0,-1 0 0,1 0 0,-1 1 0,1-1 0,0 0 0,-1 0 0,1 0 0,-1 0 0,1 0 0,0 0 0,-1-1 0,1 1 0,-1 0 0,1 0 0,-1 0 0,1 0 0,-1-1 0,1 1 0,-1 0 0,1-1 0,-1 1 0,1 0 0,-1-1 0,1 1 0,-1 0 0,1-1 0,-1 1 0,0-1 0,1 1 0,-1-1 0,0 1 0,1-1 0,0-2 0,1-1 0,-1 1 0,1 0 0,0-5 0,-2 8 0,4-19 0,0 0 0,-1-1 0,-1-20 0,3-13 0,-5 52 0,0 1 0,0-1 0,0 0 0,0 0 0,0 0 0,1 1 0,-1-1 0,0 0 0,1 0 0,0-1 0,-1 2 0,0 0 0,0 0 0,0 0 0,1 0 0,-1-1 0,0 1 0,0 0 0,0 0 0,0 0 0,1 0 0,-1 0 0,0 0 0,0 0 0,0 0 0,1 0 0,-1 0 0,0 0 0,0 0 0,0 0 0,1 0 0,-1 0 0,0 0 0,0 0 0,0 0 0,1 0 0,-1 0 0,0 0 0,0 0 0,2 1 0,0 0 0,-1 0 0,1 1 0,-1-1 0,0 0 0,1 1 0,1 1 0,13 19 0,23 37 0,-25-35 0,18 29-1357,-2 2 1,-3 0-1,-2 2 0,19 66 0,-39-100 2609,5 39 0,0 0 1898,-9-58-2962,0 0 0,0-1 1,0 1-1,0-1 1,4 5-1,-5-7-188,0-1 0,1 1 0,-1-1 0,0 0 0,0 1 0,1-1 0,-1 1 0,0-1 0,0 1 0,0-1 0,1 1 0,-1 0 0,0-1 0,0 1 0,0-1 0,0 1 0,0-1 0,0 1 0,0 0 0,-1 0 0,1-1 0,-1 0 0,1 1 0,-1-1 0,1 0 0,-1 1 0,1-1 0,-1 0 0,0 1 0,1-1 0,-1 0 0,1 0 0,-1 0 0,0 0 0,1 0 0,-1 0 0,1 0 0,-2 0 0,-9 2 0,0-2 0,0 0 0,-1 0 0,-15-3 0,22 2 0,0 0 0,1 0 0,-1-1 0,0 1 0,1-1 0,-1 0 0,1 0 0,-1-1 0,1 1 0,0-1 0,0 0 0,-6-6 0,4 3 0,1-1 0,-1 1 0,-5-12 0,9 16 0,1-1 0,0 1 0,0-1 0,0 1 0,0-1 0,0 1 0,1-1 0,-1 0 0,1 1 0,-1-1 0,1 0 0,0 1 0,0-1 0,0 0 0,1-3 0,7-13-1365,1 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5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24575,'0'-1'0,"0"0"0,0 0 0,1 0 0,-1 0 0,1 0 0,-1 0 0,1 0 0,-1 1 0,1-1 0,-1 0 0,2-1 0,2-3 0,7-13 0,-6 9 0,0 0 0,9-10 0,-12 17 0,0-1 0,0 1 0,0 1 0,0-1 0,1 0 0,-1 0 0,0 1 0,1-1 0,-1 1 0,1 0 0,-1 0 0,1 0 0,3-1 0,-4 2 0,0 0 0,0-1 0,0 1 0,0 1 0,-1-1 0,1 0 0,0 0 0,0 1 0,0-1 0,0 1 0,-1-1 0,1 1 0,0 0 0,3 2 0,-1 0 0,1 0 0,0 1 0,5 6 0,-3-3 20,0 0 0,-1 1 0,-1 0 0,9 14-1,13 37-1248,-24-51-734,-1-1 0,2 10 1,-1-4 789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6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24575,'11'1'0,"1"0"0,0 1 0,22 7 0,-34-9 0,7 2 0,-1 0 0,0 1 0,7 2 0,-11-4 0,0 0 0,0 1 0,-1-1 0,1 0 0,0 1 0,-1-1 0,1 1 0,-1-1 0,1 1 0,-1 0 0,0-1 0,1 1 0,0 3 0,3 6 0,-1-1 0,-1 2 0,5 20 0,-8-30 0,0-1 0,0 1 0,0 0 0,0-1 0,0 1 0,-1-1 0,1 1 0,0-1 0,-1 1 0,1-1 0,-1 1 0,1-1 0,-1 1 0,0-1 0,0 0 0,-1 3 0,-2-1 0,1 1 0,-1-1 0,-7 6 0,8-7 0,0 0 0,1 0 0,-1 0 0,1 0 0,0 0 0,0 0 0,0 0 0,0 1 0,0-1 0,0 1 0,1-1 0,-1 1 0,0 3 0,1-4 4,1-1 0,0 1 0,0-1 0,0 1 0,0 0 0,0-1 0,0 1-1,1-1 1,-1 1 0,0 0 0,1-1 0,-1 1 0,1-1 0,0 1 0,-1-1 0,1 1 0,0-1-1,0 0 1,0 0 0,0 1 0,2 0 0,1 3-308,1-1 0,-1 0 0,12 7 0,7 3-2523,45 20 0,-63-32 2788,0 1 0,0 0 0,-1 0 0,1 0 0,6 7 0,-3-3-1134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8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24575,'0'13'0,"1"17"0,-2-1 0,-7 44 0,3-44-678,1 0-1,2 0 1,0 0 0,2 1-1,2-1 1,0 0-1,2 0 1,1 0 0,11 32-1,-2-17 1999,-5-19 501,-1 0 1,5 37-1,1 14-1821,-3-24 0,-8-38 0,0-1 0,1 0 0,6 13 0,19 36 0,-17-38 0,-1-1 0,10 32 0,1 11-1365,-14-48-5461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19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24575,'1'0'0,"16"0"0,19 0 0,9 0 0,9 0 0,11-4 0,-3-1 0,-6 0 0,-11 1 0,-13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1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1 516 24575,'0'-5'0,"1"1"0,0 0 0,0 0 0,0 0 0,0 0 0,3-6 0,1-3 0,6-18 0,-5 15 0,0-1 0,-1 0 0,-1 0 0,2-19 0,5-99 0,-9 117 0,2-20 0,-1 1 0,-2-46 0,-1 80 0,-2-9 0,2 12 0,0-1 0,0 1 0,0-1 0,0 1 0,0 0 0,-1-1 0,1 1 0,0-1 0,0 1 0,0 0 0,-1-1 0,1 1 0,0-1 0,-1 1 0,1 0 0,0-1 0,-1 1 0,0-1 0,1 1 0,0 0 0,0 0 0,0 0 0,0 0 0,-1 0 0,1 0 0,0 0 0,0 0 0,0 0 0,0 1 0,-1-1 0,1 0 0,0 0 0,0 0 0,0 0 0,0 0 0,0 0 0,-1 0 0,1 0 0,0 0 0,0 0 0,0 1 0,0-1 0,0 0 0,0 0 0,-1 0 0,1 0 0,0 0 0,0 1 0,0-1 0,0 0 0,-3 7 0,2-5 0,-4 12 0,0 0 0,1 0 0,1 0 0,0 1 0,1-1 0,0 1 0,2 28 0,1-35 0,0 0 0,0 0 0,1 0 0,1-1 0,4 12 0,20 36 0,-22-47 0,44 89 0,-40-76 0,-1-1 0,10 42 0,-13-36 0,1 8 0,-6-30 0,1-1 0,0 0 0,1 1 0,-1-1 0,1 0 0,-1 0 0,4 4 0,-4-6 0,1 1 0,-1 0 0,1-1 0,0 1 0,0-1 0,0 1 0,0-1 0,0 0 0,0 0 0,3 1 0,24 7 0,-23-8 0,32 6-1365,-22-5-5461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24575,'0'6'0,"0"1"0,0 0 0,2 10 0,-1-15 0,-1 1 0,1-1 0,0 1 0,0-1 0,0 0 0,0 1 0,0-1 0,0 0 0,1 0 0,1 3 0,9 6 0,0 0 0,0 0 0,1-1 0,19 11 0,-26-18 0,-1 1 0,1-1 0,-1 1 0,10 2 0,-14-5 0,0-1 0,0 1 0,0-1 0,1 1 0,-1-1 0,0 0 0,1 0 0,-1 0 0,0 0 0,1 0 0,-1 0 0,0 0 0,1 0 0,-1 0 0,0-1 0,0 1 0,1-1 0,-1 1 0,0-1 0,0 1 0,0-1 0,2-1 0,0 0 0,-1-1 0,0 1 0,1-1 0,-1 0 0,0 1 0,-1-1 0,1 0 0,2-5 0,7-26 0,-9 26 0,2-3 0,-4 11 0,0-1 0,1 1 0,-1 0 0,0 0 0,0 0 0,0 0 0,0 0 0,0 0 0,0 0 0,0 0 0,0 0 0,0 0 0,0 0 0,0 0 0,1 0 0,-1 0 0,0 0 0,0 0 0,0 0 0,0 0 0,0 0 0,0 0 0,0 0 0,0 0 0,0 0 0,1 0 0,-1 0 0,0 0 0,0 0 0,0 0 0,0 0 0,0 0 0,0 0 0,0 0 0,0 0 0,0 0 0,0 0 0,1 0 0,-1 0 0,0 0 0,0 0 0,0 0 0,0 0 0,0 0 0,0 1 0,0-1 0,0 0 0,0 0 0,0 0 0,0 0 0,0 0 0,0 0 0,0 0 0,0 0 0,0 0 0,0 1 0,0-1 0,0 0 0,2 4 0,0 0 0,-1 1 0,0-1 0,1 5 0,1 6 0,62 219 0,-36-133 0,-14-51 0,5 16 0,-19-63 0,-1 0 0,1 0 0,0 0 0,-1 0 0,0 1 0,0 3 0,0-7 0,0 1 0,0-1 0,0 1 0,-1 0 0,1-1 0,0 1 0,0-1 0,-1 1 0,1-1 0,0 1 0,-1-1 0,1 1 0,0-1 0,-1 1 0,1-1 0,-1 1 0,1-1 0,-1 0 0,1 1 0,-1-1 0,1 0 0,-1 1 0,1-1 0,-1 0 0,1 0 0,-1 1 0,0-1 0,1 0 0,-1 0 0,0 0 0,1 0 0,-1 0 0,1 0 0,-2 0 0,-5 0 0,1-1 0,-1 0 0,1 0 0,0 0 0,0-1 0,-1 0 0,1 0 0,-8-5 0,2 1 0,1 0 0,0-1 0,-13-10 0,21 14 0,-1 0 0,1 0 0,0-1 0,0 1 0,0 0 0,0-1 0,1 0 0,0 0 0,-4-7 0,5 7 0,0 1 0,0 0 0,0-1 0,0 1 0,1 0 0,0-1 0,0 1 0,0-1 0,0 1 0,0-1 0,1 1 0,-1-1 0,2-4 0,1-2-455,0 0 0,7-15 0,-2 12-6371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3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24575,'0'0'0,"0"0"0,0 1 0,0-1 0,0 0 0,0 0 0,0 1 0,1-1 0,-1 0 0,0 1 0,0-1 0,0 0 0,1 0 0,-1 1 0,0-1 0,0 0 0,1 0 0,-1 0 0,0 1 0,0-1 0,1 0 0,-1 0 0,0 0 0,1 0 0,-1 0 0,0 0 0,0 0 0,1 1 0,-1-1 0,11 1 0,-8-2 0,0 1 0,0-1 0,1 1 0,-1-1 0,0 0 0,0-1 0,0 1 0,0 0 0,-1-1 0,1 0 0,0 1 0,-1-1 0,5-4 0,2-3 0,17-20 0,-19 21 0,-2 2 0,0 0 0,1 0 0,11-9 0,-15 14 0,0-1 0,0 1 0,0 0 0,0 0 0,0 0 0,1 0 0,-1 0 0,0 1 0,0-1 0,0 1 0,1-1 0,-1 1 0,0 0 0,1 0 0,-1 0 0,0 0 0,1 0 0,2 1 0,2 1 0,0 0 0,-1 0 0,1 1 0,-1 0 0,0 0 0,0 1 0,0-1 0,0 2 0,-1-1 0,1 0 0,-1 1 0,0 0 0,0 0 0,-1 1 0,0-1 0,0 1 0,4 7 0,2 8-11,10 20-1343,-11-26-5472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24575,'0'1'0,"0"1"0,0-1 0,1 0 0,-1 0 0,0 0 0,1-1 0,-1 1 0,1 0 0,1 2 0,1 3 0,4 11 0,10 33 0,-10-24 0,4 7 0,47 162 0,-49-164 0,-1-1 0,6 31 0,-13-51 0,8 67 0,-8-67 0,0 0 0,5 17 0,-4-20 0,0-1 0,-1 1 0,0 0 0,0-1 0,0 1 0,-1 0 0,0-1 0,0 1 0,-2 7 0,-3 5 0,0 0 0,-2-1 0,-15 32 0,5-18 0,-25 33 0,15-22-1365,17-26-5461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6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24575,'7'-1'0,"-1"2"0,1-1 0,12 3 0,-17-2 0,0-1 0,1 1 0,-1 0 0,0 0 0,0 0 0,0 0 0,0 1 0,0-1 0,0 1 0,0-1 0,0 1 0,-1 0 0,4 3 0,-3-3 0,2 3 0,-1 0 0,1 1 0,-1-1 0,3 7 0,-5-10 0,-1-1 0,1 1 0,-1 0 0,1-1 0,-1 1 0,0-1 0,0 1 0,0 0 0,0-1 0,0 1 0,0 0 0,0-1 0,0 1 0,-1 0 0,1-1 0,-1 1 0,1 0 0,-1-1 0,1 1 0,-1-1 0,-1 2 0,-12 16-219,8-11 272,-9 15 0,14-20-1161,-1 1 0,0 0 0,1 0 0,-1 5 0,0-3 825,1 0 1,0 0-1,1 0 0,-1 7 1,1-12 295,0 1 1,0 0-1,1-1 0,-1 1 1,0-1-1,1 1 1,-1 0-1,1-1 1,0 1-1,-1-1 1,1 1-1,0-1 1,0 0-1,0 1 0,0-1 1,0 0-1,0 0 1,0 1-1,0-1 1,2 1-1,3 2 273,1-1-1,0 0 0,-1 0 1,1 0-1,13 2 0,38 6 3092,-48-10-2812,55 5-800,-48-5-6591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7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24575,'42'2'0,"64"11"0,-9 0 0,206-8 0,-115-21 0,-147 12 0,-37 4 0,-1-1 0,1 1 0,-1-1 0,0 0 0,0 0 0,1 0 0,3-2 0,-7 3 0,1-1 0,0 1 0,-1-1 0,1 1 0,0-1 0,-1 0 0,1 1 0,0-1 0,-1 0 0,1 1 0,-1-1 0,1 0 0,-1 1 0,0-1 0,1 0 0,-1 0 0,0 0 0,1 0 0,-1 1 0,0-1 0,0 0 0,0 0 0,0 0 0,0 0 0,0 0 0,0 1 0,0-1 0,0 0 0,0 0 0,0 0 0,-1 0 0,0-1 0,0-1 0,0 1 0,0 0 0,0-1 0,0 1 0,-1 0 0,1 0 0,-1 0 0,-2-2 0,-17-15 0,13 11 0,-58-40 0,29 22 0,85 64 0,37 29 0,-53-47 0,-17-12 0,13 12 0,-27-19 0,1 0 0,-1 0 0,0 0 0,0 0 0,0 0 0,-1 0 0,1 0 0,0 0 0,0 0 0,-1 0 0,1 1 0,0-1 0,0 3 0,-1-3 0,0 1 0,0 0 0,0 0 0,0 0 0,0 0 0,0 0 0,0 0 0,-1 0 0,0 2 0,-1 4 0,-2 5 0,-3 19 0,6-28 0,1 0 0,0 0 0,-1 1 0,2-1 0,-1 0 0,0 0 0,1 0 0,0 0 0,1 5 0,3 2-1365,-1-1-5461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9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24575,'18'25'0,"9"15"0,-18-24 0,-5-8 0,1 0 0,10 14 0,-14-22 0,0 1 0,-1 0 0,1-1 0,0 1 0,-1 0 0,1-1 0,0 1 0,0-1 0,0 1 0,-1-1 0,1 0 0,0 1 0,0-1 0,0 0 0,0 0 0,0 0 0,0 1 0,0-1 0,0 0 0,0 0 0,-1 0 0,1 0 0,0-1 0,0 1 0,0 0 0,0 0 0,0 0 0,0-1 0,1 0 0,2-1 0,0 0 0,0 0 0,-1-1 0,7-5 0,1-1 0,-6 6 0,0 0 0,-1 0 0,1 1 0,0-1 0,7-1 0,-10 3 0,0 1 0,0-1 0,0 1 0,0-1 0,0 1 0,0 0 0,0 0 0,0 0 0,0 0 0,0 1 0,0-1 0,0 0 0,0 1 0,-1 0 0,1-1 0,0 1 0,0 0 0,2 1 0,1 2 0,-1 0 0,1 0 0,-1 0 0,0 1 0,0 0 0,0 0 0,-1 0 0,0 0 0,4 8 0,-2-5 0,0-2 0,-5-5 0,0-1 0,0 0 0,0 0 0,0 0 0,1 0 0,-1 0 0,0 0 0,0 0 0,0 0 0,0 0 0,0 0 0,0 0 0,1 0 0,-1 0 0,0 0 0,0 0 0,0 0 0,0 0 0,0 0 0,0 0 0,1 0 0,-1-1 0,0 1 0,0 0 0,0 0 0,0 0 0,0 0 0,0 0 0,0 0 0,1 0 0,0-2 0,-1 1 0,1-1 0,0 1 0,0-1 0,-1 0 0,1-1 0,4-8 0,-2 6 0,0 1 0,1 0 0,0 0 0,0 1 0,0-1 0,0 1 0,0 0 0,1 0 0,-1 0 0,10-3 0,-8 3 0,-1 1 0,1 0 0,0 1 0,0-1 0,0 1 0,1 0 0,-1 1 0,0-1 0,8 1 0,-10 1 0,1 0 0,-1 0 0,0 1 0,1-1 0,-1 1 0,0 0 0,0 0 0,0 0 0,0 0 0,0 1 0,6 6 0,3 2 0,18 24 0,-29-32 0,35 46-1365,-31-41-5461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29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24575,'2'3'0,"0"0"0,0-1 0,0 1 0,-1 0 0,1 0 0,0 4 0,3 5 0,36 81 0,-16-29 0,-24-60 0,1 1 0,0-1 0,0 0 0,0 0 0,0 1 0,4 3 0,-6-8 0,0 0-1,0 1 0,0-1 1,0 0-1,0 0 1,0 0-1,0 0 0,0 0 1,0 0-1,0 0 1,0 0-1,0 0 0,0 0 1,1 0-1,-1 0 1,0 0-1,0 0 0,0 0 1,0 0-1,0 0 1,0 0-1,0 1 0,0-1 1,0 0-1,0 0 1,0 0-1,0 0 0,0 0 1,0 0-1,0 0 0,1 0 1,-1 0-1,0 0 1,0 0-1,0 0 0,0 0 1,0 0-1,0 0 1,0 0-1,0 0 0,0 0 1,0 0-1,0 0 1,0-1-1,0 1 0,0 0 1,0 0-1,1 0 1,-1 0-1,0 0 0,0 0 1,0 0-1,0 0 1,0 0-1,0 0 0,1-5 85,-3-8-1499,1 1-5411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30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12:30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24575,'1'0'-22,"1"1"1,-1-1-1,1 0 0,-1 0 0,1 1 0,-1-1 0,1 1 0,-1-1 1,0 1-1,1-1 0,-1 1 0,0 0 0,1 0 0,-1 0 0,0 0 1,2 2-1,2 1 30,-5-4-7,1 0 0,-1 1 0,0-1 1,0 0-1,1 0 0,-1 0 0,0 0 1,0 0-1,1 0 0,-1 0 0,0 1 1,0-1-1,1 0 0,-1 0 0,0 0 0,0 0 1,1 0-1,-1 0 0,0 0 0,0 0 1,1 0-1,-1 0 0,0-1 0,0 1 1,1 0-1,-1 0 0,0 0 0,0 0 1,1 0-1,-1 0 0,0-1 0,0 1 0,1 0 1,-1 0-1,0 0 0,0 0 0,0-1 1,0 1-1,1 0 0,-1 0 0,0-1 1,0 1-1,6-14 89,-4 8-62,0 3-18,-1 1 0,1-1 0,0 1 1,0-1-1,0 1 0,0 0 1,1 0-1,-1 0 0,1 0 0,-1 0 1,1 1-1,0-1 0,-1 1 1,1-1-1,0 1 0,0 0 1,0 0-1,0 0 0,4 0 0,-2 0-11,1 0 0,0 1-1,-1 0 1,1 0 0,0 0-1,-1 0 1,1 1 0,-1 0 0,12 3-1,-15-3 2,0 0 0,0 0 0,0 0 0,0 1 0,0-1 0,0 1 0,0-1 0,0 1 0,0-1 0,2 5 0,1 0 0,-1 1 0,4 7 0,7 10 0,1-4-414,37 35-1,-47-50-121,11 12-6290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33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3908 24575,'-12'-269'0,"1"171"0,-38-220 0,-103-310 0,149 616 0,0-1 0,0 1 0,0 0 0,1-1 0,1 0 0,0-15 0,1 27 0,0 0 0,0-1 0,0 1 0,1 0 0,-1-1 0,0 1 0,0 0 0,1 0 0,-1-1 0,1 1 0,-1 0 0,1 0 0,0 0 0,-1 0 0,1 0 0,0 0 0,0 0 0,0 0 0,-1 0 0,1 0 0,0 0 0,0 0 0,0 1 0,1-1 0,-1 0 0,0 1 0,0-1 0,0 1 0,0-1 0,2 0 0,0 1 0,0 0 0,-1 0 0,1 0 0,0 1 0,-1-1 0,1 0 0,-1 1 0,1 0 0,-1-1 0,1 1 0,-1 0 0,1 1 0,3 1 0,5 4 0,0-1 0,0-1 0,1 0 0,0 0 0,0-1 0,0-1 0,1 0 0,13 2 0,251 3 0,-211-9 0,74 1 0,331-12 0,-453 10 0,0-1 0,1 0 0,32-13 0,-37 12 0,0 1 0,-1 0 0,1 1 0,0 1 0,21 0 0,70 10 0,-5-1 0,-92-7 0,-3-1 0,1 0 0,0 0 0,-1 0 0,1-1 0,8-2 0,-13 3 0,0 0 0,0-1 0,0 1 0,0-1 0,0 1 0,0-1 0,0 0 0,0 1 0,0-1 0,0 0 0,0 0 0,0 1 0,0-1 0,0 0 0,-1 0 0,1 0 0,0 0 0,-1 0 0,1 0 0,-1-1 0,1 1 0,-1 0 0,1 0 0,-1 0 0,0 0 0,0-1 0,1 1 0,-1 0 0,0 0 0,0 0 0,-1-2 0,-1-19 0,0 1 0,-7-22 0,0 0 0,-31-142 0,17 102 0,-28-91 0,39 136 0,1 0 0,2-1 0,2 0 0,1-1 0,2 1 0,1-47 0,5-298 0,-3 263 0,1 109 0,-1-1 0,0 1 0,-1 0 0,0 0 0,-1-1 0,-5-10 0,8 22 0,-1 1 0,1-1 0,0 1 0,0 0 0,0-1 0,0 1 0,-1-1 0,1 1 0,0 0 0,0-1 0,0 1 0,0-1 0,0 1 0,0 0 0,0-1 0,0 1 0,0-1 0,0 1 0,0-1 0,1 1 0,-1-1 0,0 1 0,1 0 0,-1 0 0,0 0 0,1 0 0,-1 0 0,0 0 0,1 0 0,-1 0 0,0 0 0,1 0 0,-1 1 0,0-1 0,0 0 0,1 0 0,-1 0 0,0 0 0,1 1 0,-1-1 0,1 1 0,16 15 0,-16-15 0,4 4 0,0-1 0,1 0 0,0 1 0,0-2 0,0 1 0,0-1 0,0 0 0,12 4 0,7 1 0,26 3 0,-36-7 0,91 15 0,2-3 0,133 1 0,-210-16 0,0 2 0,0 1 0,0 1 0,46 15 0,-63-16 0,1-1 0,-1-1 0,28 0 0,14 3 0,64 23 0,-62-13 0,32 7-18,261 52-559,-208-60 518,159-4-1,-291-10 68,-1 0-12,-1 0 0,1-1 0,-1 0 0,19-4 0,-26 5 9,-1-1-1,1 1 1,0-1-1,0 0 1,0 0-1,0 0 1,-1 0-1,1 0 1,0-1-1,-1 1 1,1 0-1,-1-1 1,1 1-1,-1-1 1,0 1-1,0-1 1,0 0-1,0 0 1,0 1-1,0-1 1,0 0 0,0 0-1,-1 0 1,1 0-1,-1 0 1,1 0-1,-1 0 1,0-3-1,0-13 296,-4-34-1,0 14-303,-22-226 4,-25 2 0,36 206 0,-44-191 0,50 198 0,3 1 0,2-1 0,2-61 0,2 107 0,0 0 0,0 0 0,0 0 0,1 0 0,0 1 0,-1-1 0,1 0 0,0 0 0,0 1 0,0-1 0,3-4 0,-3 6 0,1-1 0,-1 1 0,1 0 0,-1 0 0,1 0 0,-1 0 0,1 0 0,0 0 0,0 0 0,0 0 0,-1 0 0,1 1 0,0-1 0,0 1 0,0 0 0,0-1 0,0 1 0,0 0 0,3 0 0,21 2 0,-1 0 0,39 8 0,-49-7 0,403 69-1842,4-21 949,-306-41 851,361 26-328,-12-34 3438,-358-5-3028,207-33-1,-260 27-39,1 2 0,107 0 0,-137 7 0,9 0 0,-1 2 0,59 9 0,-47-3 0,1-2 0,64-1 0,-87-4 0,77 5 0,33 2 0,-104-8-3,386 1-505,1-13 46,-190-10 231,-143 12 182,-15 6-1108,-48 4-4624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37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81 24575,'-5'3'0,"0"0"0,0 1 0,0-1 0,1 1 0,-1 1 0,1-1 0,-6 9 0,-5 4 0,9-12 0,-5 8 0,12-13 0,-1 0 0,0 0 0,0 0 0,1 0 0,-1 0 0,0 0 0,1 0 0,-1 0 0,0 0 0,1 0 0,-1 0 0,0 0 0,1 0 0,-1 0 0,0 0 0,0-1 0,1 1 0,-1 0 0,0 0 0,1 0 0,-1 0 0,0-1 0,16-8 0,0 0 0,0 1 0,1 1 0,29-8 0,-45 15 0,1-1 0,0 1 0,-1 0 0,1 0 0,0 0 0,0 0 0,-1 0 0,1 0 0,0 0 0,-1 0 0,1 1 0,0-1 0,-1 1 0,1-1 0,0 1 0,-1 0 0,1 0 0,-1-1 0,1 1 0,-1 0 0,0 0 0,1 1 0,1 1 0,-2-2 0,0 1 0,0 0 0,0 0 0,0 0 0,0 0 0,-1 0 0,1 0 0,0 0 0,-1 0 0,0 0 0,1 0 0,-1 0 0,0 0 0,0 0 0,0 0 0,0 0 0,-1 0 0,1 0 0,-1 3 0,0-1 0,0-1 0,0 1 0,-1 0 0,1-1 0,-1 1 0,0-1 0,-3 6 0,4-8 0,0-1 0,1 1 0,-1 0 0,0 0 0,1-1 0,-1 1 0,0 0 0,0-1 0,0 1 0,1-1 0,-1 1 0,0-1 0,0 1 0,0-1 0,0 0 0,0 1 0,0-1 0,0 0 0,0 0 0,0 0 0,0 0 0,0 0 0,0 0 0,0 0 0,0 0 0,0 0 0,0 0 0,0-1 0,0 1 0,0 0 0,0-1 0,0 1 0,0-1 0,-1 0 0,-1-1 0,0-1 0,0 1 0,0-1 0,0 0 0,0 0 0,1 0 0,-1-1 0,1 1 0,0-1 0,0 1 0,0-1 0,1 0 0,-1 1 0,1-1 0,-2-5 0,1 0 0,0 0 0,1 0 0,0 0 0,0 0 0,2-18 0,0 20 0,0-1 0,1 0 0,0 0 0,0 1 0,1 0 0,5-11 0,-2 11 0,-6 7 0,0 0 0,0 0 0,0 0 0,0 0 0,1 0 0,-1 0 0,0 0 0,0 0 0,0 0 0,0 0 0,0 0 0,0 0 0,1 0 0,-1 0 0,0 0 0,0 0 0,0 1 0,0-1 0,0 0 0,0 0 0,1 0 0,-1 0 0,0 0 0,0 0 0,0 0 0,0 0 0,0 0 0,0 1 0,0-1 0,0 0 0,0 0 0,0 0 0,1 0 0,2 17 0,-1-3 0,-1 1 0,-1 0 0,0-1 0,-1 1 0,-1-1 0,0 0 0,-6 21 0,8-34-5,0-1 0,-1 1 1,1 0-1,-1 0 0,1 0 0,0-1 0,-1 1 0,1 0 0,-1 0 0,1-1 0,-1 1 1,0 0-1,1-1 0,-1 1 0,-1 0 0,2-1 13,-1 0 1,1 0-1,-1 1 1,1-1-1,-1 0 1,1 0-1,0 0 1,-1 0-1,1 0 1,-1 0-1,1 0 1,-1 0-1,1 0 1,0-1-1,-1 1 0,1 0 1,-1 0-1,1 0 1,-1 0-1,1-1 1,0 1-1,-1 0 1,0-2-123,-1 1 0,1 0 0,-1-1 0,1 1 0,0-1 0,0 1 0,0-1 0,0 1 0,0-1 0,0 0 0,1 0 0,-2-1 0,-1-13-6712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3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0 213 24575,'1'11'0,"-1"1"0,2-1 0,0 0 0,0 0 0,1 0 0,1 0 0,-1 0 0,2-1 0,0 1 0,0-1 0,8 12 0,-4-10 0,0 0 0,0 0 0,2-1 0,-1-1 0,1 1 0,1-2 0,0 1 0,13 7 0,-18-13 0,-1-1 0,1 0 0,0 0 0,0 0 0,0-1 0,0 0 0,0 0 0,0-1 0,0 0 0,1 0 0,-1-1 0,0 0 0,1 0 0,-1-1 0,0 0 0,1 0 0,-1-1 0,0 1 0,0-2 0,0 1 0,0-1 0,-1 0 0,1 0 0,-1-1 0,1 0 0,-1 0 0,6-6 0,-4 3-377,1-1 0,-2 0 1,1-1-1,-1 0 0,-1 0 0,1-1 0,-2 1 0,9-19 0,-11 20 116,0 1 0,-1-1 0,0 0 1,0 0-1,-1 0 0,0 0 0,0-1 0,-1 1 0,0 0 0,0 0 0,-1 0 0,-3-15 0,2 15 226,-2-1 0,1 0-1,-1 1 1,0 0 0,-1 0-1,0 0 1,-10-13 0,2 6 506,-1 1 0,-23-20 0,-3 5 4231,26 20-4219,-1 0-1,-26-10 0,32 16-523,0 0-1,0 0 1,0 0 0,-1 1-1,1 1 1,-1-1 0,0 2 0,1-1-1,-1 1 1,0 1 0,-11 1-1,18-1 49,-1 0 0,0 1 0,1-1 0,-1 1 0,1-1 1,0 1-1,0 0 0,-1 0 0,1 1 0,0-1 0,1 1 0,-1-1 0,0 1 0,1 0 0,-1 0 0,-2 6 0,-1 0-304,1 1 0,1 0 0,0 0 0,-5 16 0,3-2-6529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53.50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24575,'0'54'0,"12"366"0,6-72 0,-17 1 0,2-291 0,1 0 0,3-1 0,26 101 0,78 378 0,-22-92 0,-28-218 0,-8-38 0,-50-176 0,38 193 0,-31-139 0,3 1 0,31 94 0,-35-135 0,26 91 0,-27-84 0,6 55 0,-8-24 0,14 111 0,1-27 0,3 14 0,6 19 0,1 40 0,-20-70 0,-7-94 0,-3-24 0,12 61 0,-2-50 0,-4-16 0,5 36 0,-7-34 2,16 52-1,-9-37-1369,-7-28-5458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55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1 299 24575,'0'0'0,"0"-1"0,0 1 0,0 0 0,0 0 0,0-1 0,1 1 0,-1 0 0,0-1 0,0 1 0,0 0 0,1 0 0,-1-1 0,0 1 0,0 0 0,1 0 0,-1 0 0,0-1 0,0 1 0,1 0 0,-1 0 0,0 0 0,1 0 0,-1-1 0,0 1 0,1 0 0,-1 0 0,12-2 0,-9 2 0,46-5 0,73 3 0,-69 2 0,329 1 0,284-2 0,-499-4 0,46-13-436,-167 11 336,0-2 0,66-23 0,-55 9 96,-40 15 158,0 1 1,1 1-1,32-7 1,-24 9-96,223-27 4,97 33-63,4 22 0,73-4-350,1-20-176,-233-1 440,747 0 1048,-768-7-962,-2 0 0,271 9-55,249-2-1791,-281-21 1871,3-23-816,-289 32 2064,164 3 1,-258 11-1220,113-1 20,-99-2-78,58-10 0,-25-3 4,-22 4 0,93-8 0,49 18 0,-90 2 0,21 10 0,-60-4 0,118 4 73,-105-9-6034,-52-2 3658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56.48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24575,'2'0'0,"-1"1"0,1-1 0,0 0 0,0 1 0,-1-1 0,1 1 0,0 0 0,-1 0 0,1-1 0,0 1 0,-1 0 0,1 0 0,1 2 0,20 20 0,-11-10 0,51 55 0,-24-25 0,35 47 0,-29-33 0,-27-39 0,-12-12 0,0-1 0,0 1 0,5 9 0,-10-14 0,0 1 0,0 0 0,0-1 0,0 1 0,0 0 0,-1-1 0,1 1 0,-1 0 0,1 0 0,-1-1 0,0 1 0,1 0 0,-1 0 0,0 0 0,0 0 0,-1 0 0,1-1 0,0 1 0,-1 2 0,-2 3 0,1-1 0,-1 0 0,-1-1 0,1 1 0,-1-1 0,0 1 0,0-1 0,-8 7 0,1-2 0,0 0 0,-22 15 0,14-14 0,-22 9 0,17-9 0,7-4-1365,2-2-5461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6.31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24575,'0'48'0,"2"-1"0,2 0 0,13 65 0,4-18 0,14 60 0,-1-44-1365,-30-89-5461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7.01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9 24575,'0'0'-11,"0"-1"-1,1 1 1,-1-1-1,0 1 1,0-1-1,1 1 1,-1-1 0,0 1-1,1 0 1,-1-1-1,0 1 1,1 0-1,-1-1 1,1 1-1,-1 0 1,0-1-1,1 1 1,-1 0-1,1 0 1,-1 0-1,1-1 1,-1 1 0,1 0-1,-1 0 1,1 0-1,-1 0 1,1 0-1,-1 0 1,2 0-1,17 0 180,-17 0-204,155 10 166,-27 0-48,-94-8-82,153 0 0,-175-4 41,23-6 1,-11 3-1490,-12 2-5378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7.91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28 24575,'5'0'0,"10"0"0,4 0 0,6 0 0,15 0 0,3 0 0,2 0 0,1 0 0,-3 0 0,-6 0 0,-4 0 0,-7-5 0,-7-2 0,-3 0 0,1 2 0,-3 1-8191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26.01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24575,'1'19'0,"1"0"0,1-1 0,0 1 0,7 19 0,4 18 0,6 45-64,37 167-1237,-52-244-5525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27.09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48 24575,'0'-2'0,"0"1"0,0-1 0,0 0 0,0 1 0,0-1 0,1 1 0,-1-1 0,1 0 0,-1 1 0,1-1 0,-1 1 0,1 0 0,0-1 0,0 1 0,1-2 0,-1 2 0,1-1 0,-1 1 0,1 0 0,0 0 0,0 0 0,-1 0 0,1 0 0,0 0 0,0 0 0,0 0 0,4 0 0,17-3 0,1 1 0,-1 1 0,38 2 0,-29 1 0,21-2 0,100 4 0,-147-3 0,1 1 0,0 0 0,0 0 0,-1 1 0,13 4 0,-17-5 0,0 0 0,0 0 0,0 0 0,0 0 0,-1 0 0,1 1 0,0-1 0,-1 1 0,1-1 0,-1 1 0,0-1 0,1 1 0,-1 0 0,0 0 0,0 0 0,0 0 0,0-1 0,0 1 0,-1 0 0,1 1 0,-1-1 0,1 3 0,0 0 0,-1 0 0,0 0 0,0 1 0,0-1 0,-1 0 0,0 0 0,0 0 0,0 0 0,0 0 0,-1 0 0,0 0 0,0-1 0,0 1 0,-1-1 0,-3 6 0,0-2 0,-1 0 0,0-1 0,0 1 0,0-2 0,-1 1 0,-16 10 0,-13 8 0,2 2 0,-38 37 0,64-55-161,-1-1-1,1 0 1,-1-1-1,0 0 1,-1 0-1,-21 9 1,26-14-1686,-16 7-1467,-11 2 2587,15-6-446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28.02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30 1 24575,'-1'32'0,"-8"44"0,1-22 0,-3 309 0,11-332 0,1-20 0,0 0 0,1 0 0,1-1 0,0 1 0,9 20 0,-5-11 0,-2-5-1365,0-3-5461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29.36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32 0 24575,'9'0'0,"0"1"0,0 0 0,0 0 0,0 1 0,0 0 0,0 1 0,0 0 0,-1 0 0,1 1 0,-1 0 0,0 0 0,13 10 0,-9-6 0,1 1 0,-1 0 0,18 17 0,-26-23 0,-1 1 0,0 0 0,0 0 0,0 0 0,0 0 0,-1 0 0,0 1 0,1-1 0,-2 1 0,1 0 0,0-1 0,0 8 0,1 12 0,-2 0 0,-3 46 0,0-32 0,2-28 0,0 3 0,-1-1 0,-2 16 0,2-25 0,0 0 0,0 0 0,1 0 0,-2 0 0,1 0 0,0 0 0,-1-1 0,1 1 0,-1 0 0,0-1 0,0 1 0,0-1 0,0 1 0,-3 1 0,-11 7 0,0 0 0,-27 12 0,-8 4 0,27-13 0,-38 26 0,61-39 0,-1 0 0,1 0 0,0 0 0,-1 0 0,1 0 0,0 0 0,0 0 0,0 1 0,0-1 0,0 1 0,0-1 0,-1 2 0,2-3 0,0 1 0,0-1 0,0 0 0,0 0 0,0 1 0,0-1 0,0 0 0,0 0 0,0 1 0,0-1 0,0 0 0,0 0 0,0 0 0,0 1 0,1-1 0,-1 0 0,0 0 0,0 0 0,0 1 0,0-1 0,0 0 0,1 0 0,-1 0 0,0 0 0,0 1 0,0-1 0,0 0 0,1 0 0,13 3 0,118 20-5920,-94-15 5056,-23-4 864,1 0 0,0 1 0,-1 1 0,0 0 0,-1 1 0,1 1 0,19 13 0,20 15-629,-20-13 4336,62 28-1,-89-49-5071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8:58.24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1 517 24575,'0'-5'0,"1"0"0,0 0 0,1 1 0,-1-1 0,1 0 0,0 1 0,0-1 0,0 1 0,4-6 0,4-8 0,7-19 0,16-54 0,5-41 0,-37 128 0,3-9 0,0 1 0,10-18 0,-1 2 0,-10 19 0,0-1 0,0 0 0,1-17 0,1-2 0,-5 28 0,0 1 0,1-1 0,-1 0 0,0 0 0,0 1 0,0-1 0,1 0 0,-1 0 0,0 1 0,1-1 0,-1 0 0,0 1 0,1-1 0,-1 0 0,1 1 0,-1-1 0,1 1 0,-1-1 0,1 1 0,0-1 0,0 0 0,0 1 0,-1 0 0,1 0 0,-1 0 0,1 0 0,-1 0 0,1 1 0,-1-1 0,1 0 0,-1 0 0,1 1 0,-1-1 0,1 0 0,-1 0 0,1 1 0,-1-1 0,1 0 0,-1 1 0,0-1 0,1 1 0,-1-1 0,0 0 0,1 2 0,3 4 0,0 0 0,-1 0 0,4 9 0,-7-14 0,18 33 0,1-1 0,1 0 0,32 37 0,-47-63-97,0 1-1,0-1 1,-1 1-1,0 0 1,0 0-1,-1 1 1,0-1-1,0 1 1,-1 0-1,0 0 1,-1-1-1,0 1 0,0 12 1,-1-3-6729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0.49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24575,'0'3'0,"0"3"0,0 3 0,0 5 0,0 3 0,3 4 0,0 6 0,3 0 0,1 4 0,3 6 0,0 0 0,2 1 0,-2 0 0,-3-6 0,-2-4 0,-2-2 0,-2-3 0,-1-6-8191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1.16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32 24575,'0'-5'0,"3"-2"0,8 1 0,5 1 0,7 1 0,10 2 0,7 0 0,0 2 0,-3 0 0,-5 0 0,-2 0 0,-7 1-8191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1.68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24575,'0'5'0,"3"10"0,0 9 0,5 8 0,6 10 0,1 4 0,1 3 0,-3-3 0,-4-6 0,-3-2 0,3-3 0,-1-4 0,-2-6 0,-1-1 0,1-5 0,-1-3 0,-1-5-8191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2.69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74 24575,'0'-6'0,"0"1"0,0-1 0,0 1 0,1 0 0,-1 0 0,3-7 0,-3 11 0,1-1 0,0 0 0,-1 1 0,1-1 0,0 1 0,0-1 0,0 1 0,0 0 0,0-1 0,1 1 0,-1 0 0,0 0 0,1 0 0,-1 0 0,0 0 0,1 0 0,-1 0 0,1 0 0,0 1 0,1-1 0,-1 0 0,0 0 0,0 1 0,0-1 0,1 1 0,-1-1 0,0 1 0,0 0 0,0 0 0,0 0 0,1 0 0,-1 0 0,0 1 0,0-1 0,0 1 0,0-1 0,1 1 0,-1 0 0,0 0 0,0 0 0,0 0 0,-1 0 0,1 0 0,2 2 0,0 1 0,0 0 0,0 1 0,0-1 0,0 1 0,-1 0 0,0 0 0,4 9 0,-4-7 0,0 0 0,-1-1 0,0 1 0,0 0 0,-1 0 0,1 0 0,-2 0 0,1 0 0,-1 0 0,0 1 0,-1 6 0,0-9 0,1-1 0,-1 1 0,-1-1 0,1 1 0,0-1 0,-1 0 0,0 1 0,0-1 0,0 0 0,-1 0 0,1-1 0,-1 1 0,0 0 0,0-1 0,0 0 0,-1 0 0,1 0 0,-6 4 0,-5 2-80,3-3-348,1 0-1,-11 10 1,7-3-6398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3.43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 24575,'2'0'0,"7"8"0,1 12 0,-1 11 0,-2 7 0,3 13 0,5 10 0,-1 8 0,1 2 0,-3 1 0,-3-5 0,2-8 0,-1-11 0,-3-13-8191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04.90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37 24575,'0'-2'0,"0"1"0,0 0 0,0-1 0,0 1 0,0-1 0,1 1 0,-1 0 0,0-1 0,1 1 0,-1 0 0,1-1 0,-1 1 0,1 0 0,0 0 0,0-1 0,-1 1 0,1 0 0,0 0 0,0 0 0,1-1 0,0 1 0,0 0 0,0 0 0,0 0 0,1 0 0,-1 0 0,0 1 0,0-1 0,0 1 0,1-1 0,-1 1 0,5 0 0,-3 0 0,0 0 0,1 0 0,-1 0 0,0 1 0,1-1 0,-1 1 0,0 0 0,1 1 0,-1-1 0,0 1 0,0-1 0,0 1 0,-1 1 0,1-1 0,0 0 0,-1 1 0,1 0 0,-1 0 0,0 0 0,0 0 0,0 0 0,0 1 0,-1-1 0,1 1 0,-1 0 0,0-1 0,0 1 0,0 0 0,-1 0 0,1 1 0,-1-1 0,0 0 0,1 9 0,0 5 0,-1 0 0,-1 0 0,-2 31 0,0-39 0,0 1 0,0-1 0,0 1 0,-2-1 0,1 0 0,-1 0 0,-8 14 0,6-16 0,0 0 0,-1 0 0,0-1 0,-13 12 0,10-11 0,2 0 0,-14 16 0,20-21 0,0 0 0,0 1 0,0-1 0,0 0 0,1 1 0,-1-1 0,1 1 0,0 0 0,0-1 0,0 1 0,1 0 0,-1 6 0,1-8 0,0 0 0,0 0 0,1 0 0,-1 0 0,1 0 0,0-1 0,-1 1 0,1 0 0,0 0 0,0 0 0,0-1 0,0 1 0,0 0 0,1-1 0,-1 1 0,0-1 0,1 1 0,-1-1 0,1 0 0,0 0 0,-1 1 0,1-1 0,2 1 0,4 2 0,0-1 0,0 0 0,16 5 0,16-1 0,-26-5 0,21 7 0,-30-8 0,1 1 0,-1 1 0,-1-1 0,1 1 0,0-1 0,-1 1 0,8 7 0,12 13 40,-2 0 0,23 32 0,33 57-1525,-64-90-5341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35.97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 24575,'17'1'0,"30"4"0,-21-1 0,260 29 0,-256-30 0,0 1 0,-1 1 0,1 1 0,32 12 0,13 8-1365,-62-20-5461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36.89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5 157 24575,'-3'0'-8936,"1"-3"5475,2 2 3555,0 1 0,0 0 0,0-1 1,0 1-1,0-1 0,0 1 0,0 0 0,0-1 0,0 1 1,0-1-1,0 1 0,1 0 0,-1-1 0,0 1 0,0 0 1,0-1-1,0 1 0,1-1 0,-1 1 0,0 0 0,1-1 1,6-6 754,1 0 0,0 0 0,9-5 0,15-13 365,-25 19-397,-1-1-1,0-1 1,0 1-1,-1-1 0,0 1 1,6-15-1,-10 19-816,1 0 0,-1 1 0,1-1 0,0 1 0,2-4 0,-3 6 0,-1-1 0,0 1 0,0 0 0,1 0 0,-1 0 0,0-1 0,0 1 0,1 0 0,-1 0 0,0 0 0,0 0 0,1 0 0,-1 0 0,0 0 0,1 0 0,-1-1 0,0 1 0,1 0 0,-1 0 0,0 0 0,0 0 0,1 1 0,-1-1 0,1 0 0,-1 0 0,1 1 0,0-1 0,-1 0 0,1 1 0,-1-1 0,1 1 0,-1 0 0,0-1 0,1 1 0,-1-1 0,1 1 0,-1 0 0,0-1 0,0 1 0,1 1 0,4 13 0,-1 0 0,3 24 0,0 4 0,49 152-1365,-47-166-5461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39.02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24575,'0'2'0,"0"4"0,0 3 0,0 8 0,3 6 0,0 6 0,0 2 0,-1 2 0,3 1 0,-1 3 0,5-3 0,1-2 0,-2-4 0,1-4 0,-2-1 0,-1-5-8191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39.8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0 272 24575,'2'-1'0,"-1"1"0,1-1 0,-1 0 0,1 0 0,-1 0 0,1 0 0,-1 0 0,1 0 0,-1 0 0,0 0 0,0-1 0,2-1 0,-2 2 0,21-25 0,0 0 0,-2-1 0,22-39 0,-38 57 0,0 1 0,0-1 0,-1 1 0,0-1 0,0 0 0,-1 0 0,-1 0 0,1 0 0,-1-1 0,-1-12 0,-2 58 0,5-15 0,0 0 0,1-1 0,0 1 0,2-1 0,1 0 0,17 36 0,-21-50-124,0-1 0,0 0 0,1 0 0,-1 0 0,1 0 0,0-1-1,1 1 1,-1-1 0,1 0 0,7 5 0,-1-3-6702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44.87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302 1 24575,'-8'13'0,"-14"20"0,11-19 0,-8 17 0,-6 17 0,2 2 0,3 0 0,-19 72 0,-27 63 0,14-43 0,47-126-682,-3 20-1,5-16-6143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45.59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540 1 24575,'-1'4'0,"0"-1"0,0 1 0,0 0 0,0-1 0,0 1 0,-1-1 0,0 1 0,0-1 0,0 0 0,-3 5 0,-3 5 0,-72 149 0,11 7 0,44-108 0,-112 299 99,81-205-5851,35-99 4475,-12 34 1464,16-30-4008,6-19 7219,-9 20-3002,-4 11 144,13-24 4560,6-15-5335,1-6-6591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46.44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383 1 24575,'0'17'0,"-2"-1"0,1 1 0,-2 0 0,0-1 0,-2 0 0,1 0 0,-2 0 0,0 0 0,-1-1 0,-9 15 0,-37 56 0,33-56 0,1 0 0,-22 49 0,-66 243 0,57-161 0,26-75 0,20-71 0,2 0 0,0 0 0,0 28 0,4-3-116,0 3-300,-1 1-1,-8 54 1,4-76-6410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47.58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338 0 24575,'-2'1'0,"1"-1"0,0 1 0,-1-1 0,1 1 0,0 0 0,0-1 0,-1 1 0,1 0 0,0 0 0,0 0 0,0 0 0,0 0 0,0 0 0,0 0 0,1 0 0,-1 0 0,0 0 0,0 0 0,1 1 0,-2 1 0,0 1 0,-36 63 0,3 3 0,3 0 0,-39 129 0,-26 89 0,68-220-1365,19-43-5461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48.81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746 0 24575,'-2'21'0,"0"0"0,-1 0 0,-10 38 0,5-26 0,-139 552 0,74-381 0,21-68 0,18-34 0,-40 111 0,51-149 0,-32 77 0,-10-5 0,36-86 0,-28 51 0,45-76 0,0 0 0,-8 33 0,-7 51 0,6-22 0,16-73-170,2 0-1,0 1 0,1-1 1,0 0-1,1 1 0,0 0 1,4 27-1,0-24-6655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0.02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639 1 24575,'-2'2'0,"-1"1"0,1 0 0,0 0 0,1 0 0,-1 0 0,0 0 0,1 0 0,-2 7 0,-6 29 0,6-24 0,-21 74 0,2-12 0,-109 437-695,92-363 71,-83 291-1029,-3 9 955,109-389 696,-40 181 2305,52-225-1849,-1 0 1,-10 28 0,-2 1-450,10-19-5,5-17 0,-1-1 0,0 1 0,-7 15 0,5-20-21,3-10 64,2-12-959,0 14 445,2-23-6355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1.01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568 1 24575,'-3'65'0,"-3"1"0,-16 71 0,17-109 0,-72 339-1843,-17-3-3804,62-244 5751,-136 403-4586,108-377 7079,-6 17 5161,56-131-7709,2 0 1,-6 42-1,12-56-6875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3.10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910 1 24575,'-19'64'0,"-12"78"0,6-24 0,-4-5 0,-26 120 0,19-22 0,25-134 0,-3-1 0,-30 93 0,-186 489-1056,206-593 1100,-143 396 968,118-300-1012,-20 85 0,42-158 0,18-64 0,1 1 0,2 1 0,0 0 0,-3 31 0,8-45 0,-1-1 0,0 0 0,-7 19 0,5-18 0,1 0 0,0 0 0,-1 14 0,-4 29-210,5-41-945,0 1-5671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4.33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784 1 24575,'-1'1'0,"1"-1"0,-1 1 0,1 0 0,-1-1 0,1 1 0,0 0 0,-1 0 0,1-1 0,0 1 0,-1 0 0,1 0 0,0 0 0,0 0 0,0-1 0,-1 3 0,0 5 0,-39 215 0,32-142 0,-35 280 0,-77 267-338,-18-17-1331,125-554 1648,-83 334 21,83-342 0,-7 34 506,10-37 255,-26 70 0,17-69-761,-2 0 0,-41 66 0,54-101 0,-13 21 0,-18 39 0,17-32 0,15-29 0,1 1 0,0 0 0,-6 20 0,8-18-61,4-11-84,-1 0 0,0 1 0,0-1 0,0 1 0,0-1 0,-1 0 1,1 0-1,-3 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5.20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522 0 24575,'-2'2'0,"1"0"0,-1 0 0,1 0 0,0 0 0,0 0 0,0 0 0,0 0 0,0 1 0,-1 3 0,-1 4 0,-49 165 9,11 7-87,14-58-373,-43 232 347,63-308 104,-12 95 0,-85 756-2226,-27 110 683,121-950 3177,-18 61-1,27-116-1465,0-2-72,1 1 0,-1-1 0,0 0-1,1 0 1,-1 0 0,0 0 0,0 0 0,0 0-1,-2 2 1,3-4-96,0 0 0,0 0 0,0 0 0,0 0 0,0 0 0,0 0 0,0 0 0,0 0 0,0 1 0,-1-1 0,1 0 0,0 0 0,0 0 0,0 0 0,0 0 0,0 0 0,0 0 0,0 0 0,0 0 0,-1 0 0,1 0 0,0 0 0,0 0 0,0 0 0,0 0 0,0 0 0,0 0 0,0 0 0,-1 0 0,1 0 0,0 0 0,0 0 0,0 0 0,0 0 0,0 0 0,0 0 0,0 0 0,0 0 0,0 0 0,-1-1 0,1 1 0,0 0 0,0 0 0,0 0 0,0 0 0,0 0 0,0 0 0,0 0 0,0 0 0,0 0 0,0 0 0,0-1 0,-2-7 0,5-17-1365,3-6-5461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6.14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789 1 24575,'0'3'0,"-1"0"0,0-1 0,1 1 0,-1 0 0,0 0 0,0-1 0,-1 1 0,1-1 0,-2 4 0,-1 1 0,-5 11 0,1 0 0,-10 35 0,-5 42 0,12-44 0,-67 317-840,-4 12-466,-98 374 637,137-592 562,-4 17 128,-23 82-21,15-61 0,27-96 194,-13 54-1263,27-60-3372,5-34 6126,6-45 1016,-8 24 0,-26 78-1571,33-110-1130,1-8 0,3-6 0,0 1 0,1 0 0,-1 0 0,0 0 0,1-1 0,-1 1 0,2-3 0,13-38-1365,4-7-5461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7.09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1047 0 24575,'-17'30'0,"10"-20"0,2 0 0,-9 18 0,10-15 0,0 0 0,1 1 0,0-1 0,0 17 0,0 56 0,-1 5 0,-24 83 0,-12 1 0,17-84 0,-9 46 154,-20 85-1416,-4 1-3283,10-41 3686,-126 456-1398,71-334 3112,76-241 3548,-17 31-2207,24-53-1740,-129 254 360,97-200-773,37-69-43,-103 214 0,99-202 0,15-34 0,3-4 0,86-185-1365,-71 150-5461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8.16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767 1 24575,'0'2'0,"-1"0"0,1 0 0,-1 0 0,0 0 0,0 0 0,0 0 0,0 0 0,0-1 0,0 1 0,0 0 0,-3 2 0,-6 12 0,0 10 0,1 1 0,2 0 0,-5 37 0,4-24 0,2-8 40,-62 283-1363,-9-2 514,-90 359-825,11-99 321,131-481 1239,-50 230 74,12-44 0,54-243 126,-28 120 2161,31-125-1774,2 0 1,1 0-1,2 36 1,3-57-239,-2-9-268,0 0 1,0 0-1,0 0 0,1 0 1,-1 0-1,0 0 0,0 0 1,0 0-1,0 0 0,0 0 1,1 0-1,-1 0 0,0 0 1,0 0-1,0 0 0,0 0 1,0 0-1,1 0 0,-1 0 1,0 0-1,0 0 0,0 0 0,0 0 1,0 0-1,1 0 0,-1 0 1,0 0-1,0 0 0,0-1 1,0 1-1,0 0 0,0 0 1,11-15 121,21-53-362,-24 49-899,6-14-5694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8.86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255 1 24575,'5'2'-6391,"-1"7"5625,-1 8 4032,-2-15-3948,2 37 1414,-2 0 0,-1 1 0,-2-1 0,-1 0-1,-15 62 1,-64 185-550,37-153-182,-19 59 0,49-149 0,9-27 0,0-1 0,2 1 0,-1 0 0,2 1 0,-2 25 0,-2 39 123,1-2-1611,6-63-5338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0:49:59.32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43 1 24575,'5'0'0,"2"5"0,0 5 0,-1 7 0,-3 7 0,0 11 0,-2 8 0,0 4 0,-1 2 0,-3 2 0,-1 1 0,-5-2 0,-3 2 0,-5-1 0,0-7 0,4-10-8191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основном будем рассматривать метрики бин классификации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271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Кратко про методы бинарной классификации.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Каждой</a:t>
            </a:r>
            <a:r>
              <a:rPr lang="ru-RU" baseline="0" dirty="0"/>
              <a:t> точке ставим в соответсвие метку класса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aseline="0" dirty="0"/>
              <a:t>Бинарная классиф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aseline="0" dirty="0"/>
              <a:t>Мультиклассовая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9716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+ к лекции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Линейные методы метрические, деревья, ансамбли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Вероятностные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079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85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Это не метрика, а функция потерь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Несложно увидеть, что функция потерь получается путем суммирования логарифма потерь на каждом примере. Потери на каждом примере определяются следующим образом: если предсказанный класс совпадает с фактическим, то потери равны 0, в противном случае потери равны 1. Очевидно, чем больше будет неправильных классификаций, тем больше будет значение LogLoss и тем хуже будет модель. Таким образом, чтобы получить лучшую модель, нужно минимизировать функцию потерь.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Преимуществом метрики LogLoss является устойчивость к выбросам и аномальным значениям в данных и простота вычисления. Недостатком — сложность интерпретации из-за нелинейного характера.</a:t>
            </a:r>
          </a:p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722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555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661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0785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5626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0202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5565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8505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9082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Минимизируем ошибку на предыдущем шаге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8295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130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Онлайн и оффлайн.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Online-метрики вычисляются по данным, собираемым с работающей системы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Оффлайн – заранее при обучении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Лосс функция не равна метрики качества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На самом деле самое важное это метрика качества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Представим себе пользователь пользуется нашим новостным приложением, какие метрики тут могут быть, он может лайкать статью, может чситать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7533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Основное внимание на метрики бинарной классиф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Хорошая ли это метрика, что делать если большой дисбаланс? Пример с раковыми снимками – 1 раковый снимок на 1000, но его нужно точно поймать, тут не учитывается цена ошибки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2668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Полнота, сколько положительных мы поймали, в кейсе про рак скорее полнота важнее чем точность</a:t>
            </a:r>
          </a:p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часто задача бинарной классификации — это задача об обнаружении чего-то редкого в большом потоке объектов, например, поиск человека, больного туберкулёзом, по флюорографии. Поэтому класс, который представляет для нас интерес, называется «положительным», а оставшийся — «отрицательным».</a:t>
            </a:r>
          </a:p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Для каждого объека возможно 4 ситуации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0" i="0" dirty="0">
                <a:solidFill>
                  <a:srgbClr val="323232"/>
                </a:solidFill>
                <a:effectLst/>
                <a:latin typeface="Inter"/>
              </a:rPr>
              <a:t>Когда важна полнота когдла точность, пример про рак, константное предсказание всегда ли плохо?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4776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Мы хотим точность и полноту. Что делать если классы не сбалансированы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3818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F1 – </a:t>
            </a:r>
            <a:r>
              <a:rPr lang="ru-RU" dirty="0"/>
              <a:t>принимает значения от 0 до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Предполагает одинаковую значимость точности и полноты, если значимость не одинаковая - </a:t>
            </a:r>
            <a:r>
              <a:rPr lang="en-US" dirty="0" err="1"/>
              <a:t>bF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Мы хотим точность и полноту. Что делать если классы не сбалансированы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Если бета от 0 до 1 то приоритет на точность, бета более 1 на полноту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3605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делать если классы не сбалансированы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9203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Представьте себе нам нужно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 – </a:t>
            </a:r>
            <a:r>
              <a:rPr lang="ru-RU" dirty="0"/>
              <a:t>идеально, 0.5 – случайный классификатор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6054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Представьте себе нам нужно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 – </a:t>
            </a:r>
            <a:r>
              <a:rPr lang="ru-RU" dirty="0"/>
              <a:t>идеально, 0.5 – случайный классификатор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58750" indent="0" algn="l">
              <a:buNone/>
            </a:pPr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В каких случаях лучше отдать предпочтение </a:t>
            </a:r>
            <a:r>
              <a:rPr lang="en-US" b="0" i="0" dirty="0">
                <a:solidFill>
                  <a:srgbClr val="323232"/>
                </a:solidFill>
                <a:effectLst/>
                <a:latin typeface="__YSText_4277c9"/>
              </a:rPr>
              <a:t>AUC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? Рассмотрим следующую задачу: некоторый сотовый оператор хочет научиться предсказывать, будет ли клиент пользоваться его услугами через месяц. На первый взгляд кажется, что задача сводится к бинарной классификации с метками 1, если клиент останется с компанией и </a:t>
            </a:r>
            <a:r>
              <a:rPr lang="ru-RU" b="0" i="0" dirty="0">
                <a:solidFill>
                  <a:srgbClr val="323232"/>
                </a:solidFill>
                <a:effectLst/>
                <a:latin typeface="KaTeX_Main"/>
              </a:rPr>
              <a:t>00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 — иначе.</a:t>
            </a:r>
          </a:p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Однако если копнуть глубже в процессы компании, то окажется, что такие метки практически бесполезны. Компании скорее интересно упорядочить клиентов по вероятности прекращения обслуживания и в зависимости от этого применять разные варианты удержания: кому-то прислать скидочный купон от партнёра, кому-то предложить скидку на следующий месяц, а кому-то и новый тариф на особых условиях.</a:t>
            </a:r>
          </a:p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Таким образом, в любой задаче, где нам важна не метка сама по себе, а правильный порядок на объектах, имеет смысл применять AUC.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40093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Будем постепенно уменьшать порог бинаризации. При этом полнота будет расти от </a:t>
            </a:r>
            <a:r>
              <a:rPr lang="ru-RU" b="0" i="0" dirty="0">
                <a:solidFill>
                  <a:srgbClr val="323232"/>
                </a:solidFill>
                <a:effectLst/>
                <a:latin typeface="KaTeX_Main"/>
              </a:rPr>
              <a:t>00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 до </a:t>
            </a:r>
            <a:r>
              <a:rPr lang="ru-RU" b="0" i="0" dirty="0">
                <a:solidFill>
                  <a:srgbClr val="323232"/>
                </a:solidFill>
                <a:effectLst/>
                <a:latin typeface="KaTeX_Main"/>
              </a:rPr>
              <a:t>11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, так как будет увеличиваться количество объектов, которым мы приписываем положительный класс (а количество объектов, на самом деле относящихся к положительному классу, очевидно, меняться не будет).</a:t>
            </a:r>
          </a:p>
          <a:p>
            <a:pPr algn="l"/>
            <a:r>
              <a:rPr lang="ru-RU" b="0" i="0" dirty="0">
                <a:solidFill>
                  <a:srgbClr val="323232"/>
                </a:solidFill>
                <a:effectLst/>
                <a:latin typeface="__YSText_4277c9"/>
              </a:rPr>
              <a:t>Про точность же нельзя сказать ничего определённого, но мы понимаем, что скорее всего она будет выше при более высоком пороге отсечения (мы оставим только объекты, в которых модель «уверена» больше всего). Варьируя порог и пересчитывая значения Precision и Recall на каждом пороге, мы получим некоторую кривую примерно следующего вида:</a:t>
            </a:r>
          </a:p>
          <a:p>
            <a:pPr algn="l"/>
            <a:endParaRPr lang="ru-RU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59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r2d3.us/visual-intro-to-machine-learning-part-1/" TargetMode="External"/><Relationship Id="rId5" Type="http://schemas.openxmlformats.org/officeDocument/2006/relationships/image" Target="../media/image8.tiff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67.png"/><Relationship Id="rId21" Type="http://schemas.openxmlformats.org/officeDocument/2006/relationships/image" Target="../media/image22.png"/><Relationship Id="rId42" Type="http://schemas.openxmlformats.org/officeDocument/2006/relationships/image" Target="../media/image32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customXml" Target="../ink/ink35.xml"/><Relationship Id="rId84" Type="http://schemas.openxmlformats.org/officeDocument/2006/relationships/customXml" Target="../ink/ink44.xml"/><Relationship Id="rId89" Type="http://schemas.openxmlformats.org/officeDocument/2006/relationships/image" Target="../media/image53.png"/><Relationship Id="rId112" Type="http://schemas.openxmlformats.org/officeDocument/2006/relationships/customXml" Target="../ink/ink59.xml"/><Relationship Id="rId16" Type="http://schemas.openxmlformats.org/officeDocument/2006/relationships/customXml" Target="../ink/ink8.xml"/><Relationship Id="rId107" Type="http://schemas.openxmlformats.org/officeDocument/2006/relationships/image" Target="../media/image62.png"/><Relationship Id="rId11" Type="http://schemas.openxmlformats.org/officeDocument/2006/relationships/image" Target="../media/image18.png"/><Relationship Id="rId32" Type="http://schemas.openxmlformats.org/officeDocument/2006/relationships/customXml" Target="../ink/ink16.xml"/><Relationship Id="rId37" Type="http://schemas.openxmlformats.org/officeDocument/2006/relationships/image" Target="../media/image30.png"/><Relationship Id="rId53" Type="http://schemas.openxmlformats.org/officeDocument/2006/relationships/customXml" Target="../ink/ink27.xml"/><Relationship Id="rId58" Type="http://schemas.openxmlformats.org/officeDocument/2006/relationships/image" Target="../media/image40.png"/><Relationship Id="rId74" Type="http://schemas.openxmlformats.org/officeDocument/2006/relationships/customXml" Target="../ink/ink38.xml"/><Relationship Id="rId79" Type="http://schemas.openxmlformats.org/officeDocument/2006/relationships/customXml" Target="../ink/ink41.xml"/><Relationship Id="rId102" Type="http://schemas.openxmlformats.org/officeDocument/2006/relationships/customXml" Target="../ink/ink54.xml"/><Relationship Id="rId5" Type="http://schemas.openxmlformats.org/officeDocument/2006/relationships/image" Target="../media/image15.png"/><Relationship Id="rId90" Type="http://schemas.openxmlformats.org/officeDocument/2006/relationships/customXml" Target="../ink/ink48.xml"/><Relationship Id="rId95" Type="http://schemas.openxmlformats.org/officeDocument/2006/relationships/image" Target="../media/image56.png"/><Relationship Id="rId22" Type="http://schemas.openxmlformats.org/officeDocument/2006/relationships/customXml" Target="../ink/ink11.xml"/><Relationship Id="rId27" Type="http://schemas.openxmlformats.org/officeDocument/2006/relationships/image" Target="../media/image25.png"/><Relationship Id="rId43" Type="http://schemas.openxmlformats.org/officeDocument/2006/relationships/customXml" Target="../ink/ink22.xml"/><Relationship Id="rId48" Type="http://schemas.openxmlformats.org/officeDocument/2006/relationships/image" Target="../media/image35.png"/><Relationship Id="rId64" Type="http://schemas.openxmlformats.org/officeDocument/2006/relationships/image" Target="../media/image43.png"/><Relationship Id="rId69" Type="http://schemas.openxmlformats.org/officeDocument/2006/relationships/image" Target="../media/image45.png"/><Relationship Id="rId113" Type="http://schemas.openxmlformats.org/officeDocument/2006/relationships/image" Target="../media/image65.png"/><Relationship Id="rId118" Type="http://schemas.openxmlformats.org/officeDocument/2006/relationships/customXml" Target="../ink/ink62.xml"/><Relationship Id="rId80" Type="http://schemas.openxmlformats.org/officeDocument/2006/relationships/customXml" Target="../ink/ink42.xml"/><Relationship Id="rId85" Type="http://schemas.openxmlformats.org/officeDocument/2006/relationships/image" Target="../media/image52.png"/><Relationship Id="rId12" Type="http://schemas.openxmlformats.org/officeDocument/2006/relationships/customXml" Target="../ink/ink5.xml"/><Relationship Id="rId17" Type="http://schemas.openxmlformats.org/officeDocument/2006/relationships/image" Target="../media/image20.png"/><Relationship Id="rId33" Type="http://schemas.openxmlformats.org/officeDocument/2006/relationships/image" Target="../media/image28.png"/><Relationship Id="rId38" Type="http://schemas.openxmlformats.org/officeDocument/2006/relationships/customXml" Target="../ink/ink19.xml"/><Relationship Id="rId59" Type="http://schemas.openxmlformats.org/officeDocument/2006/relationships/customXml" Target="../ink/ink30.xml"/><Relationship Id="rId103" Type="http://schemas.openxmlformats.org/officeDocument/2006/relationships/image" Target="../media/image60.png"/><Relationship Id="rId108" Type="http://schemas.openxmlformats.org/officeDocument/2006/relationships/customXml" Target="../ink/ink57.xml"/><Relationship Id="rId54" Type="http://schemas.openxmlformats.org/officeDocument/2006/relationships/image" Target="../media/image38.png"/><Relationship Id="rId70" Type="http://schemas.openxmlformats.org/officeDocument/2006/relationships/customXml" Target="../ink/ink36.xml"/><Relationship Id="rId75" Type="http://schemas.openxmlformats.org/officeDocument/2006/relationships/customXml" Target="../ink/ink39.xml"/><Relationship Id="rId91" Type="http://schemas.openxmlformats.org/officeDocument/2006/relationships/image" Target="../media/image54.png"/><Relationship Id="rId96" Type="http://schemas.openxmlformats.org/officeDocument/2006/relationships/customXml" Target="../ink/ink5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23" Type="http://schemas.openxmlformats.org/officeDocument/2006/relationships/image" Target="../media/image23.png"/><Relationship Id="rId28" Type="http://schemas.openxmlformats.org/officeDocument/2006/relationships/customXml" Target="../ink/ink14.xml"/><Relationship Id="rId49" Type="http://schemas.openxmlformats.org/officeDocument/2006/relationships/customXml" Target="../ink/ink25.xml"/><Relationship Id="rId114" Type="http://schemas.openxmlformats.org/officeDocument/2006/relationships/customXml" Target="../ink/ink60.xml"/><Relationship Id="rId119" Type="http://schemas.openxmlformats.org/officeDocument/2006/relationships/customXml" Target="../ink/ink63.xml"/><Relationship Id="rId10" Type="http://schemas.openxmlformats.org/officeDocument/2006/relationships/customXml" Target="../ink/ink4.xml"/><Relationship Id="rId31" Type="http://schemas.openxmlformats.org/officeDocument/2006/relationships/image" Target="../media/image27.png"/><Relationship Id="rId44" Type="http://schemas.openxmlformats.org/officeDocument/2006/relationships/image" Target="../media/image33.png"/><Relationship Id="rId52" Type="http://schemas.openxmlformats.org/officeDocument/2006/relationships/image" Target="../media/image37.png"/><Relationship Id="rId60" Type="http://schemas.openxmlformats.org/officeDocument/2006/relationships/image" Target="../media/image41.png"/><Relationship Id="rId65" Type="http://schemas.openxmlformats.org/officeDocument/2006/relationships/customXml" Target="../ink/ink33.xml"/><Relationship Id="rId73" Type="http://schemas.openxmlformats.org/officeDocument/2006/relationships/image" Target="../media/image47.png"/><Relationship Id="rId78" Type="http://schemas.openxmlformats.org/officeDocument/2006/relationships/image" Target="../media/image49.png"/><Relationship Id="rId81" Type="http://schemas.openxmlformats.org/officeDocument/2006/relationships/image" Target="../media/image50.png"/><Relationship Id="rId86" Type="http://schemas.openxmlformats.org/officeDocument/2006/relationships/customXml" Target="../ink/ink45.xml"/><Relationship Id="rId94" Type="http://schemas.openxmlformats.org/officeDocument/2006/relationships/customXml" Target="../ink/ink50.xml"/><Relationship Id="rId99" Type="http://schemas.openxmlformats.org/officeDocument/2006/relationships/image" Target="../media/image58.png"/><Relationship Id="rId101" Type="http://schemas.openxmlformats.org/officeDocument/2006/relationships/image" Target="../media/image59.png"/><Relationship Id="rId4" Type="http://schemas.openxmlformats.org/officeDocument/2006/relationships/customXml" Target="../ink/ink1.xml"/><Relationship Id="rId9" Type="http://schemas.openxmlformats.org/officeDocument/2006/relationships/image" Target="../media/image17.png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109" Type="http://schemas.openxmlformats.org/officeDocument/2006/relationships/image" Target="../media/image63.png"/><Relationship Id="rId34" Type="http://schemas.openxmlformats.org/officeDocument/2006/relationships/customXml" Target="../ink/ink17.xml"/><Relationship Id="rId50" Type="http://schemas.openxmlformats.org/officeDocument/2006/relationships/image" Target="../media/image36.png"/><Relationship Id="rId55" Type="http://schemas.openxmlformats.org/officeDocument/2006/relationships/customXml" Target="../ink/ink28.xml"/><Relationship Id="rId76" Type="http://schemas.openxmlformats.org/officeDocument/2006/relationships/image" Target="../media/image48.png"/><Relationship Id="rId97" Type="http://schemas.openxmlformats.org/officeDocument/2006/relationships/image" Target="../media/image57.png"/><Relationship Id="rId104" Type="http://schemas.openxmlformats.org/officeDocument/2006/relationships/customXml" Target="../ink/ink55.xml"/><Relationship Id="rId120" Type="http://schemas.openxmlformats.org/officeDocument/2006/relationships/image" Target="../media/image68.png"/><Relationship Id="rId7" Type="http://schemas.openxmlformats.org/officeDocument/2006/relationships/image" Target="../media/image16.png"/><Relationship Id="rId71" Type="http://schemas.openxmlformats.org/officeDocument/2006/relationships/image" Target="../media/image46.png"/><Relationship Id="rId92" Type="http://schemas.openxmlformats.org/officeDocument/2006/relationships/customXml" Target="../ink/ink49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26.png"/><Relationship Id="rId24" Type="http://schemas.openxmlformats.org/officeDocument/2006/relationships/customXml" Target="../ink/ink12.xml"/><Relationship Id="rId40" Type="http://schemas.openxmlformats.org/officeDocument/2006/relationships/image" Target="../media/image31.png"/><Relationship Id="rId45" Type="http://schemas.openxmlformats.org/officeDocument/2006/relationships/customXml" Target="../ink/ink23.xml"/><Relationship Id="rId66" Type="http://schemas.openxmlformats.org/officeDocument/2006/relationships/image" Target="../media/image44.png"/><Relationship Id="rId87" Type="http://schemas.openxmlformats.org/officeDocument/2006/relationships/customXml" Target="../ink/ink46.xml"/><Relationship Id="rId110" Type="http://schemas.openxmlformats.org/officeDocument/2006/relationships/customXml" Target="../ink/ink58.xml"/><Relationship Id="rId115" Type="http://schemas.openxmlformats.org/officeDocument/2006/relationships/image" Target="../media/image66.png"/><Relationship Id="rId61" Type="http://schemas.openxmlformats.org/officeDocument/2006/relationships/customXml" Target="../ink/ink31.xml"/><Relationship Id="rId82" Type="http://schemas.openxmlformats.org/officeDocument/2006/relationships/customXml" Target="../ink/ink43.xml"/><Relationship Id="rId19" Type="http://schemas.openxmlformats.org/officeDocument/2006/relationships/image" Target="../media/image21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9.png"/><Relationship Id="rId56" Type="http://schemas.openxmlformats.org/officeDocument/2006/relationships/image" Target="../media/image39.png"/><Relationship Id="rId77" Type="http://schemas.openxmlformats.org/officeDocument/2006/relationships/customXml" Target="../ink/ink40.xml"/><Relationship Id="rId100" Type="http://schemas.openxmlformats.org/officeDocument/2006/relationships/customXml" Target="../ink/ink53.xml"/><Relationship Id="rId105" Type="http://schemas.openxmlformats.org/officeDocument/2006/relationships/image" Target="../media/image61.png"/><Relationship Id="rId8" Type="http://schemas.openxmlformats.org/officeDocument/2006/relationships/customXml" Target="../ink/ink3.xml"/><Relationship Id="rId51" Type="http://schemas.openxmlformats.org/officeDocument/2006/relationships/customXml" Target="../ink/ink26.xml"/><Relationship Id="rId72" Type="http://schemas.openxmlformats.org/officeDocument/2006/relationships/customXml" Target="../ink/ink37.xml"/><Relationship Id="rId93" Type="http://schemas.openxmlformats.org/officeDocument/2006/relationships/image" Target="../media/image55.png"/><Relationship Id="rId98" Type="http://schemas.openxmlformats.org/officeDocument/2006/relationships/customXml" Target="../ink/ink52.xml"/><Relationship Id="rId3" Type="http://schemas.openxmlformats.org/officeDocument/2006/relationships/image" Target="../media/image12.png"/><Relationship Id="rId25" Type="http://schemas.openxmlformats.org/officeDocument/2006/relationships/image" Target="../media/image24.png"/><Relationship Id="rId46" Type="http://schemas.openxmlformats.org/officeDocument/2006/relationships/image" Target="../media/image34.png"/><Relationship Id="rId67" Type="http://schemas.openxmlformats.org/officeDocument/2006/relationships/customXml" Target="../ink/ink34.xml"/><Relationship Id="rId116" Type="http://schemas.openxmlformats.org/officeDocument/2006/relationships/customXml" Target="../ink/ink61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62" Type="http://schemas.openxmlformats.org/officeDocument/2006/relationships/image" Target="../media/image42.png"/><Relationship Id="rId83" Type="http://schemas.openxmlformats.org/officeDocument/2006/relationships/image" Target="../media/image51.png"/><Relationship Id="rId88" Type="http://schemas.openxmlformats.org/officeDocument/2006/relationships/customXml" Target="../ink/ink47.xml"/><Relationship Id="rId111" Type="http://schemas.openxmlformats.org/officeDocument/2006/relationships/image" Target="../media/image64.png"/><Relationship Id="rId15" Type="http://schemas.openxmlformats.org/officeDocument/2006/relationships/image" Target="../media/image19.png"/><Relationship Id="rId36" Type="http://schemas.openxmlformats.org/officeDocument/2006/relationships/customXml" Target="../ink/ink18.xml"/><Relationship Id="rId57" Type="http://schemas.openxmlformats.org/officeDocument/2006/relationships/customXml" Target="../ink/ink29.xml"/><Relationship Id="rId106" Type="http://schemas.openxmlformats.org/officeDocument/2006/relationships/customXml" Target="../ink/ink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5.xml"/><Relationship Id="rId21" Type="http://schemas.openxmlformats.org/officeDocument/2006/relationships/image" Target="../media/image88.png"/><Relationship Id="rId42" Type="http://schemas.openxmlformats.org/officeDocument/2006/relationships/customXml" Target="../ink/ink83.xml"/><Relationship Id="rId47" Type="http://schemas.openxmlformats.org/officeDocument/2006/relationships/image" Target="../media/image101.png"/><Relationship Id="rId63" Type="http://schemas.openxmlformats.org/officeDocument/2006/relationships/image" Target="../media/image109.png"/><Relationship Id="rId68" Type="http://schemas.openxmlformats.org/officeDocument/2006/relationships/customXml" Target="../ink/ink96.xml"/><Relationship Id="rId16" Type="http://schemas.openxmlformats.org/officeDocument/2006/relationships/customXml" Target="../ink/ink70.xml"/><Relationship Id="rId11" Type="http://schemas.openxmlformats.org/officeDocument/2006/relationships/image" Target="../media/image83.png"/><Relationship Id="rId32" Type="http://schemas.openxmlformats.org/officeDocument/2006/relationships/customXml" Target="../ink/ink78.xml"/><Relationship Id="rId37" Type="http://schemas.openxmlformats.org/officeDocument/2006/relationships/image" Target="../media/image96.png"/><Relationship Id="rId53" Type="http://schemas.openxmlformats.org/officeDocument/2006/relationships/image" Target="../media/image104.png"/><Relationship Id="rId58" Type="http://schemas.openxmlformats.org/officeDocument/2006/relationships/customXml" Target="../ink/ink91.xml"/><Relationship Id="rId74" Type="http://schemas.openxmlformats.org/officeDocument/2006/relationships/customXml" Target="../ink/ink99.xml"/><Relationship Id="rId79" Type="http://schemas.openxmlformats.org/officeDocument/2006/relationships/image" Target="../media/image117.png"/><Relationship Id="rId5" Type="http://schemas.openxmlformats.org/officeDocument/2006/relationships/image" Target="../media/image80.png"/><Relationship Id="rId61" Type="http://schemas.openxmlformats.org/officeDocument/2006/relationships/image" Target="../media/image108.png"/><Relationship Id="rId19" Type="http://schemas.openxmlformats.org/officeDocument/2006/relationships/image" Target="../media/image87.png"/><Relationship Id="rId14" Type="http://schemas.openxmlformats.org/officeDocument/2006/relationships/customXml" Target="../ink/ink69.xml"/><Relationship Id="rId22" Type="http://schemas.openxmlformats.org/officeDocument/2006/relationships/customXml" Target="../ink/ink73.xml"/><Relationship Id="rId27" Type="http://schemas.openxmlformats.org/officeDocument/2006/relationships/image" Target="../media/image91.png"/><Relationship Id="rId30" Type="http://schemas.openxmlformats.org/officeDocument/2006/relationships/customXml" Target="../ink/ink77.xml"/><Relationship Id="rId35" Type="http://schemas.openxmlformats.org/officeDocument/2006/relationships/image" Target="../media/image95.png"/><Relationship Id="rId43" Type="http://schemas.openxmlformats.org/officeDocument/2006/relationships/image" Target="../media/image99.png"/><Relationship Id="rId48" Type="http://schemas.openxmlformats.org/officeDocument/2006/relationships/customXml" Target="../ink/ink86.xml"/><Relationship Id="rId56" Type="http://schemas.openxmlformats.org/officeDocument/2006/relationships/customXml" Target="../ink/ink90.xml"/><Relationship Id="rId64" Type="http://schemas.openxmlformats.org/officeDocument/2006/relationships/customXml" Target="../ink/ink94.xml"/><Relationship Id="rId69" Type="http://schemas.openxmlformats.org/officeDocument/2006/relationships/image" Target="../media/image112.png"/><Relationship Id="rId77" Type="http://schemas.openxmlformats.org/officeDocument/2006/relationships/image" Target="../media/image116.png"/><Relationship Id="rId8" Type="http://schemas.openxmlformats.org/officeDocument/2006/relationships/customXml" Target="../ink/ink66.xml"/><Relationship Id="rId51" Type="http://schemas.openxmlformats.org/officeDocument/2006/relationships/image" Target="../media/image103.png"/><Relationship Id="rId72" Type="http://schemas.openxmlformats.org/officeDocument/2006/relationships/customXml" Target="../ink/ink98.xml"/><Relationship Id="rId80" Type="http://schemas.openxmlformats.org/officeDocument/2006/relationships/customXml" Target="../ink/ink102.xml"/><Relationship Id="rId3" Type="http://schemas.openxmlformats.org/officeDocument/2006/relationships/image" Target="../media/image79.png"/><Relationship Id="rId12" Type="http://schemas.openxmlformats.org/officeDocument/2006/relationships/customXml" Target="../ink/ink68.xml"/><Relationship Id="rId17" Type="http://schemas.openxmlformats.org/officeDocument/2006/relationships/image" Target="../media/image86.png"/><Relationship Id="rId25" Type="http://schemas.openxmlformats.org/officeDocument/2006/relationships/image" Target="../media/image90.png"/><Relationship Id="rId33" Type="http://schemas.openxmlformats.org/officeDocument/2006/relationships/image" Target="../media/image94.png"/><Relationship Id="rId38" Type="http://schemas.openxmlformats.org/officeDocument/2006/relationships/customXml" Target="../ink/ink81.xml"/><Relationship Id="rId46" Type="http://schemas.openxmlformats.org/officeDocument/2006/relationships/customXml" Target="../ink/ink85.xml"/><Relationship Id="rId59" Type="http://schemas.openxmlformats.org/officeDocument/2006/relationships/image" Target="../media/image107.png"/><Relationship Id="rId67" Type="http://schemas.openxmlformats.org/officeDocument/2006/relationships/image" Target="../media/image111.png"/><Relationship Id="rId20" Type="http://schemas.openxmlformats.org/officeDocument/2006/relationships/customXml" Target="../ink/ink72.xml"/><Relationship Id="rId41" Type="http://schemas.openxmlformats.org/officeDocument/2006/relationships/image" Target="../media/image98.png"/><Relationship Id="rId54" Type="http://schemas.openxmlformats.org/officeDocument/2006/relationships/customXml" Target="../ink/ink89.xml"/><Relationship Id="rId62" Type="http://schemas.openxmlformats.org/officeDocument/2006/relationships/customXml" Target="../ink/ink93.xml"/><Relationship Id="rId70" Type="http://schemas.openxmlformats.org/officeDocument/2006/relationships/customXml" Target="../ink/ink97.xml"/><Relationship Id="rId75" Type="http://schemas.openxmlformats.org/officeDocument/2006/relationships/image" Target="../media/image11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65.xml"/><Relationship Id="rId15" Type="http://schemas.openxmlformats.org/officeDocument/2006/relationships/image" Target="../media/image85.png"/><Relationship Id="rId23" Type="http://schemas.openxmlformats.org/officeDocument/2006/relationships/image" Target="../media/image89.png"/><Relationship Id="rId28" Type="http://schemas.openxmlformats.org/officeDocument/2006/relationships/customXml" Target="../ink/ink76.xml"/><Relationship Id="rId36" Type="http://schemas.openxmlformats.org/officeDocument/2006/relationships/customXml" Target="../ink/ink80.xml"/><Relationship Id="rId49" Type="http://schemas.openxmlformats.org/officeDocument/2006/relationships/image" Target="../media/image102.png"/><Relationship Id="rId57" Type="http://schemas.openxmlformats.org/officeDocument/2006/relationships/image" Target="../media/image106.png"/><Relationship Id="rId10" Type="http://schemas.openxmlformats.org/officeDocument/2006/relationships/customXml" Target="../ink/ink67.xml"/><Relationship Id="rId31" Type="http://schemas.openxmlformats.org/officeDocument/2006/relationships/image" Target="../media/image93.png"/><Relationship Id="rId44" Type="http://schemas.openxmlformats.org/officeDocument/2006/relationships/customXml" Target="../ink/ink84.xml"/><Relationship Id="rId52" Type="http://schemas.openxmlformats.org/officeDocument/2006/relationships/customXml" Target="../ink/ink88.xml"/><Relationship Id="rId60" Type="http://schemas.openxmlformats.org/officeDocument/2006/relationships/customXml" Target="../ink/ink92.xml"/><Relationship Id="rId65" Type="http://schemas.openxmlformats.org/officeDocument/2006/relationships/image" Target="../media/image110.png"/><Relationship Id="rId73" Type="http://schemas.openxmlformats.org/officeDocument/2006/relationships/image" Target="../media/image114.png"/><Relationship Id="rId78" Type="http://schemas.openxmlformats.org/officeDocument/2006/relationships/customXml" Target="../ink/ink101.xml"/><Relationship Id="rId81" Type="http://schemas.openxmlformats.org/officeDocument/2006/relationships/image" Target="../media/image118.png"/><Relationship Id="rId4" Type="http://schemas.openxmlformats.org/officeDocument/2006/relationships/customXml" Target="../ink/ink64.xml"/><Relationship Id="rId9" Type="http://schemas.openxmlformats.org/officeDocument/2006/relationships/image" Target="../media/image82.png"/><Relationship Id="rId13" Type="http://schemas.openxmlformats.org/officeDocument/2006/relationships/image" Target="../media/image84.png"/><Relationship Id="rId18" Type="http://schemas.openxmlformats.org/officeDocument/2006/relationships/customXml" Target="../ink/ink71.xml"/><Relationship Id="rId39" Type="http://schemas.openxmlformats.org/officeDocument/2006/relationships/image" Target="../media/image97.png"/><Relationship Id="rId34" Type="http://schemas.openxmlformats.org/officeDocument/2006/relationships/customXml" Target="../ink/ink79.xml"/><Relationship Id="rId50" Type="http://schemas.openxmlformats.org/officeDocument/2006/relationships/customXml" Target="../ink/ink87.xml"/><Relationship Id="rId55" Type="http://schemas.openxmlformats.org/officeDocument/2006/relationships/image" Target="../media/image105.png"/><Relationship Id="rId76" Type="http://schemas.openxmlformats.org/officeDocument/2006/relationships/customXml" Target="../ink/ink100.xml"/><Relationship Id="rId7" Type="http://schemas.openxmlformats.org/officeDocument/2006/relationships/image" Target="../media/image81.png"/><Relationship Id="rId71" Type="http://schemas.openxmlformats.org/officeDocument/2006/relationships/image" Target="../media/image113.png"/><Relationship Id="rId2" Type="http://schemas.openxmlformats.org/officeDocument/2006/relationships/notesSlide" Target="../notesSlides/notesSlide22.xml"/><Relationship Id="rId29" Type="http://schemas.openxmlformats.org/officeDocument/2006/relationships/image" Target="../media/image92.png"/><Relationship Id="rId24" Type="http://schemas.openxmlformats.org/officeDocument/2006/relationships/customXml" Target="../ink/ink74.xml"/><Relationship Id="rId40" Type="http://schemas.openxmlformats.org/officeDocument/2006/relationships/customXml" Target="../ink/ink82.xml"/><Relationship Id="rId45" Type="http://schemas.openxmlformats.org/officeDocument/2006/relationships/image" Target="../media/image100.png"/><Relationship Id="rId66" Type="http://schemas.openxmlformats.org/officeDocument/2006/relationships/customXml" Target="../ink/ink9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ctrTitle"/>
          </p:nvPr>
        </p:nvSpPr>
        <p:spPr>
          <a:xfrm>
            <a:off x="457199" y="1577992"/>
            <a:ext cx="6506029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Метрики. Бинарная классификация</a:t>
            </a:r>
            <a:endParaRPr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subTitle" idx="1"/>
          </p:nvPr>
        </p:nvSpPr>
        <p:spPr>
          <a:xfrm>
            <a:off x="510177" y="3577324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Семен Косяченко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1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Классификация и регрессия</a:t>
            </a:r>
            <a:endParaRPr dirty="0"/>
          </a:p>
        </p:txBody>
      </p:sp>
      <p:sp>
        <p:nvSpPr>
          <p:cNvPr id="2" name="AutoShape 2" descr="1">
            <a:extLst>
              <a:ext uri="{FF2B5EF4-FFF2-40B4-BE49-F238E27FC236}">
                <a16:creationId xmlns:a16="http://schemas.microsoft.com/office/drawing/2014/main" id="{DB3AF3C9-3285-C4B0-6F5E-DFE51AFBB6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88559-41BE-D818-31BB-F3817F673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14" y="1199431"/>
            <a:ext cx="6295118" cy="35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0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7A7D3D-926F-FE4C-B2B8-5DA469D2F0C9}"/>
              </a:ext>
            </a:extLst>
          </p:cNvPr>
          <p:cNvSpPr txBox="1"/>
          <p:nvPr/>
        </p:nvSpPr>
        <p:spPr>
          <a:xfrm>
            <a:off x="198065" y="273812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Классификация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7" name="Rectangle 77">
            <a:extLst>
              <a:ext uri="{FF2B5EF4-FFF2-40B4-BE49-F238E27FC236}">
                <a16:creationId xmlns:a16="http://schemas.microsoft.com/office/drawing/2014/main" id="{F068791C-C180-337F-5DAE-F43778FBBC75}"/>
              </a:ext>
            </a:extLst>
          </p:cNvPr>
          <p:cNvSpPr/>
          <p:nvPr/>
        </p:nvSpPr>
        <p:spPr>
          <a:xfrm>
            <a:off x="682989" y="1208816"/>
            <a:ext cx="2097493" cy="79707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chemeClr val="bg1"/>
                </a:solidFill>
                <a:cs typeface="Segoe UI" panose="020B0502040204020203" pitchFamily="34" charset="0"/>
              </a:rPr>
              <a:t>Линейные методы</a:t>
            </a:r>
            <a:endParaRPr lang="en-US" sz="20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8" name="Rectangle 79">
            <a:extLst>
              <a:ext uri="{FF2B5EF4-FFF2-40B4-BE49-F238E27FC236}">
                <a16:creationId xmlns:a16="http://schemas.microsoft.com/office/drawing/2014/main" id="{C06E4346-1CCA-FB5D-0B05-0B3062A34B0F}"/>
              </a:ext>
            </a:extLst>
          </p:cNvPr>
          <p:cNvSpPr/>
          <p:nvPr/>
        </p:nvSpPr>
        <p:spPr>
          <a:xfrm>
            <a:off x="5122629" y="1327585"/>
            <a:ext cx="2097493" cy="427746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chemeClr val="bg1"/>
                </a:solidFill>
                <a:cs typeface="Segoe UI" panose="020B0502040204020203" pitchFamily="34" charset="0"/>
              </a:rPr>
              <a:t>Деревья</a:t>
            </a:r>
            <a:endParaRPr lang="en-US" sz="20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pic>
        <p:nvPicPr>
          <p:cNvPr id="9" name="Рисунок 1">
            <a:extLst>
              <a:ext uri="{FF2B5EF4-FFF2-40B4-BE49-F238E27FC236}">
                <a16:creationId xmlns:a16="http://schemas.microsoft.com/office/drawing/2014/main" id="{F8711F8E-4F8A-3B99-B9D2-D551C70D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7" y="2115092"/>
            <a:ext cx="1931949" cy="1159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262F4E-B6D3-D8DB-41DE-F376F4AB2FCA}"/>
              </a:ext>
            </a:extLst>
          </p:cNvPr>
          <p:cNvSpPr txBox="1"/>
          <p:nvPr/>
        </p:nvSpPr>
        <p:spPr>
          <a:xfrm>
            <a:off x="375052" y="3244959"/>
            <a:ext cx="385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SGD, SVM, Logistic regression, etc.</a:t>
            </a:r>
            <a:endParaRPr lang="id-ID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6721C-16CB-7293-EADD-28CBFF1E0002}"/>
              </a:ext>
            </a:extLst>
          </p:cNvPr>
          <p:cNvSpPr txBox="1"/>
          <p:nvPr/>
        </p:nvSpPr>
        <p:spPr>
          <a:xfrm>
            <a:off x="5122629" y="1944064"/>
            <a:ext cx="385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Decision tree classifier, Decision tree regressor, Random Forest, etc.</a:t>
            </a:r>
            <a:endParaRPr lang="id-ID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77">
            <a:extLst>
              <a:ext uri="{FF2B5EF4-FFF2-40B4-BE49-F238E27FC236}">
                <a16:creationId xmlns:a16="http://schemas.microsoft.com/office/drawing/2014/main" id="{B2DDDCE3-2092-1D8A-82F1-B3C889E5DEDB}"/>
              </a:ext>
            </a:extLst>
          </p:cNvPr>
          <p:cNvSpPr/>
          <p:nvPr/>
        </p:nvSpPr>
        <p:spPr>
          <a:xfrm>
            <a:off x="682988" y="3761986"/>
            <a:ext cx="2097493" cy="42774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chemeClr val="bg1"/>
                </a:solidFill>
                <a:cs typeface="Segoe UI" panose="020B0502040204020203" pitchFamily="34" charset="0"/>
              </a:rPr>
              <a:t>Метрические</a:t>
            </a:r>
            <a:endParaRPr lang="en-US" sz="20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3" name="Rectangle 79">
            <a:extLst>
              <a:ext uri="{FF2B5EF4-FFF2-40B4-BE49-F238E27FC236}">
                <a16:creationId xmlns:a16="http://schemas.microsoft.com/office/drawing/2014/main" id="{4D0B55D0-BE45-1EEB-DF5E-E327D313A2AF}"/>
              </a:ext>
            </a:extLst>
          </p:cNvPr>
          <p:cNvSpPr/>
          <p:nvPr/>
        </p:nvSpPr>
        <p:spPr>
          <a:xfrm>
            <a:off x="5167453" y="2916131"/>
            <a:ext cx="2481234" cy="427746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chemeClr val="bg1"/>
                </a:solidFill>
                <a:cs typeface="Segoe UI" panose="020B0502040204020203" pitchFamily="34" charset="0"/>
              </a:rPr>
              <a:t>Вероятностные</a:t>
            </a:r>
            <a:endParaRPr lang="en-US" sz="20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4" name="Rectangle 79">
            <a:extLst>
              <a:ext uri="{FF2B5EF4-FFF2-40B4-BE49-F238E27FC236}">
                <a16:creationId xmlns:a16="http://schemas.microsoft.com/office/drawing/2014/main" id="{434B0E0D-217E-C2C3-DF0A-18768C838DE2}"/>
              </a:ext>
            </a:extLst>
          </p:cNvPr>
          <p:cNvSpPr/>
          <p:nvPr/>
        </p:nvSpPr>
        <p:spPr>
          <a:xfrm>
            <a:off x="5167453" y="4192334"/>
            <a:ext cx="2481234" cy="427746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chemeClr val="bg1"/>
                </a:solidFill>
                <a:cs typeface="Segoe UI" panose="020B0502040204020203" pitchFamily="34" charset="0"/>
              </a:rPr>
              <a:t>Ансамбли</a:t>
            </a:r>
            <a:endParaRPr lang="en-US" sz="20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13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DE2337-C340-B99A-8C71-4B490992A839}"/>
              </a:ext>
            </a:extLst>
          </p:cNvPr>
          <p:cNvSpPr txBox="1"/>
          <p:nvPr/>
        </p:nvSpPr>
        <p:spPr>
          <a:xfrm>
            <a:off x="267540" y="275335"/>
            <a:ext cx="7564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Классификация. Логистическая регрессия</a:t>
            </a:r>
          </a:p>
        </p:txBody>
      </p:sp>
      <p:pic>
        <p:nvPicPr>
          <p:cNvPr id="9218" name="Picture 2" descr="Логистическая регрессия и дары машинного обучения / Искусственный интеллект">
            <a:extLst>
              <a:ext uri="{FF2B5EF4-FFF2-40B4-BE49-F238E27FC236}">
                <a16:creationId xmlns:a16="http://schemas.microsoft.com/office/drawing/2014/main" id="{A7BF417D-8AA6-7AA8-897B-346AAB8C2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12" y="1519517"/>
            <a:ext cx="8007947" cy="3431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87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86954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Функция потерь логистической регрессии (Logistic loss function, Log Loss).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0657C-370C-153B-F1EB-8F40DF643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1804987"/>
            <a:ext cx="88487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7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DE2337-C340-B99A-8C71-4B490992A839}"/>
              </a:ext>
            </a:extLst>
          </p:cNvPr>
          <p:cNvSpPr txBox="1"/>
          <p:nvPr/>
        </p:nvSpPr>
        <p:spPr>
          <a:xfrm>
            <a:off x="267540" y="275335"/>
            <a:ext cx="7564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Классификация. Логистическая регрессия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F1ABB-709B-6EEB-8845-ACA67DB96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733" y="1227179"/>
            <a:ext cx="5416477" cy="3804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1924A-6F7B-4FB4-C792-B32AF0AC637B}"/>
              </a:ext>
            </a:extLst>
          </p:cNvPr>
          <p:cNvSpPr txBox="1"/>
          <p:nvPr/>
        </p:nvSpPr>
        <p:spPr>
          <a:xfrm>
            <a:off x="860612" y="2309613"/>
            <a:ext cx="16566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</a:rPr>
              <a:t>Порог тут можно настраивать в зависомости от задачи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6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Классификация. Метрические методы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10CB2-CCAB-BFEB-1CB0-274475B12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5" y="1322010"/>
            <a:ext cx="7675581" cy="373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7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Классификация. Байес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9F477E1-D2C8-8485-8D81-4007F8A0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901" y="1367014"/>
            <a:ext cx="3975006" cy="362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518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Классификация. Метрические методы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10CB2-CCAB-BFEB-1CB0-274475B12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5" y="1322010"/>
            <a:ext cx="7675581" cy="373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0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Классификция. Дерево решений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08B99C-1396-29D3-43A5-2EEDD688D784}"/>
                  </a:ext>
                </a:extLst>
              </p:cNvPr>
              <p:cNvSpPr txBox="1"/>
              <p:nvPr/>
            </p:nvSpPr>
            <p:spPr>
              <a:xfrm>
                <a:off x="278410" y="1341228"/>
                <a:ext cx="45794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bg1"/>
                    </a:solidFill>
                  </a:rPr>
                  <a:t>Дано: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X –</a:t>
                </a:r>
                <a:r>
                  <a:rPr lang="ru-RU" dirty="0">
                    <a:solidFill>
                      <a:schemeClr val="bg1"/>
                    </a:solidFill>
                  </a:rPr>
                  <a:t> матрица объектов-признаков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ru-RU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Y – </a:t>
                </a:r>
                <a:r>
                  <a:rPr lang="ru-RU" dirty="0">
                    <a:solidFill>
                      <a:schemeClr val="bg1"/>
                    </a:solidFill>
                  </a:rPr>
                  <a:t>вектор ответов,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∈{+1, −1}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708B99C-1396-29D3-43A5-2EEDD688D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10" y="1341228"/>
                <a:ext cx="4579421" cy="923330"/>
              </a:xfrm>
              <a:prstGeom prst="rect">
                <a:avLst/>
              </a:prstGeom>
              <a:blipFill>
                <a:blip r:embed="rId3"/>
                <a:stretch>
                  <a:fillRect l="-399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0">
                <a:extLst>
                  <a:ext uri="{FF2B5EF4-FFF2-40B4-BE49-F238E27FC236}">
                    <a16:creationId xmlns:a16="http://schemas.microsoft.com/office/drawing/2014/main" id="{EAB57846-C86F-51AD-A5CA-F06645BB5FE8}"/>
                  </a:ext>
                </a:extLst>
              </p:cNvPr>
              <p:cNvSpPr/>
              <p:nvPr/>
            </p:nvSpPr>
            <p:spPr>
              <a:xfrm>
                <a:off x="278410" y="2286736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b="1" dirty="0">
                    <a:solidFill>
                      <a:schemeClr val="bg1"/>
                    </a:solidFill>
                  </a:rPr>
                  <a:t>Постановка задачи</a:t>
                </a:r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:r>
                  <a:rPr lang="ru-RU" b="1" dirty="0">
                    <a:solidFill>
                      <a:schemeClr val="bg1"/>
                    </a:solidFill>
                  </a:rPr>
                  <a:t>бинарной </a:t>
                </a:r>
                <a:r>
                  <a:rPr lang="ru-RU" b="1" dirty="0" err="1">
                    <a:solidFill>
                      <a:schemeClr val="bg1"/>
                    </a:solidFill>
                  </a:rPr>
                  <a:t>классиф</a:t>
                </a:r>
                <a:r>
                  <a:rPr lang="ru-RU" b="1" dirty="0">
                    <a:solidFill>
                      <a:schemeClr val="bg1"/>
                    </a:solidFill>
                  </a:rPr>
                  <a:t>.: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0">
                <a:extLst>
                  <a:ext uri="{FF2B5EF4-FFF2-40B4-BE49-F238E27FC236}">
                    <a16:creationId xmlns:a16="http://schemas.microsoft.com/office/drawing/2014/main" id="{EAB57846-C86F-51AD-A5CA-F06645BB5F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10" y="2286736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 l="-300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21">
            <a:extLst>
              <a:ext uri="{FF2B5EF4-FFF2-40B4-BE49-F238E27FC236}">
                <a16:creationId xmlns:a16="http://schemas.microsoft.com/office/drawing/2014/main" id="{EBAC09AC-B3ED-28AC-E576-66B97C5C474C}"/>
              </a:ext>
            </a:extLst>
          </p:cNvPr>
          <p:cNvSpPr/>
          <p:nvPr/>
        </p:nvSpPr>
        <p:spPr>
          <a:xfrm>
            <a:off x="290946" y="300130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Найти:</a:t>
            </a:r>
          </a:p>
          <a:p>
            <a:r>
              <a:rPr lang="en-US" i="1" dirty="0">
                <a:solidFill>
                  <a:schemeClr val="bg1"/>
                </a:solidFill>
              </a:rPr>
              <a:t>f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ru-RU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5" name="Рисунок 22">
            <a:extLst>
              <a:ext uri="{FF2B5EF4-FFF2-40B4-BE49-F238E27FC236}">
                <a16:creationId xmlns:a16="http://schemas.microsoft.com/office/drawing/2014/main" id="{5CFEC208-A2B6-8B0B-075D-F89A01AEA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378" y="2355512"/>
            <a:ext cx="3453897" cy="24217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DF46D0-C8E0-BD75-9EC1-48F0BE444E60}"/>
              </a:ext>
            </a:extLst>
          </p:cNvPr>
          <p:cNvSpPr txBox="1"/>
          <p:nvPr/>
        </p:nvSpPr>
        <p:spPr>
          <a:xfrm>
            <a:off x="4423776" y="1275029"/>
            <a:ext cx="4295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Ациклический граф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Если вершина соединена с 2 дочерними – внутренняя вершина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Если нет – листовая (терминальная) вершина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На внутренних вершинах сидят предикаты</a:t>
            </a:r>
          </a:p>
        </p:txBody>
      </p:sp>
      <p:cxnSp>
        <p:nvCxnSpPr>
          <p:cNvPr id="13" name="Прямая со стрелкой 3">
            <a:extLst>
              <a:ext uri="{FF2B5EF4-FFF2-40B4-BE49-F238E27FC236}">
                <a16:creationId xmlns:a16="http://schemas.microsoft.com/office/drawing/2014/main" id="{033B200C-274C-4CD6-E4E0-44EF7A489585}"/>
              </a:ext>
            </a:extLst>
          </p:cNvPr>
          <p:cNvCxnSpPr>
            <a:cxnSpLocks/>
          </p:cNvCxnSpPr>
          <p:nvPr/>
        </p:nvCxnSpPr>
        <p:spPr>
          <a:xfrm flipV="1">
            <a:off x="3945467" y="4071861"/>
            <a:ext cx="1562100" cy="290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7">
            <a:extLst>
              <a:ext uri="{FF2B5EF4-FFF2-40B4-BE49-F238E27FC236}">
                <a16:creationId xmlns:a16="http://schemas.microsoft.com/office/drawing/2014/main" id="{5E109BCB-68D6-7093-9C1A-A23E398B4CF2}"/>
              </a:ext>
            </a:extLst>
          </p:cNvPr>
          <p:cNvCxnSpPr>
            <a:cxnSpLocks/>
          </p:cNvCxnSpPr>
          <p:nvPr/>
        </p:nvCxnSpPr>
        <p:spPr>
          <a:xfrm>
            <a:off x="3907367" y="4362541"/>
            <a:ext cx="3420533" cy="256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702429-0A6E-51FA-77CE-84CBFD81E87F}"/>
              </a:ext>
            </a:extLst>
          </p:cNvPr>
          <p:cNvSpPr txBox="1"/>
          <p:nvPr/>
        </p:nvSpPr>
        <p:spPr>
          <a:xfrm>
            <a:off x="3073457" y="4088663"/>
            <a:ext cx="14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Листовые</a:t>
            </a:r>
          </a:p>
          <a:p>
            <a:r>
              <a:rPr lang="ru-RU" sz="1200" dirty="0">
                <a:solidFill>
                  <a:schemeClr val="accent1"/>
                </a:solidFill>
              </a:rPr>
              <a:t>вершины</a:t>
            </a:r>
          </a:p>
        </p:txBody>
      </p:sp>
      <p:cxnSp>
        <p:nvCxnSpPr>
          <p:cNvPr id="16" name="Прямая со стрелкой 13">
            <a:extLst>
              <a:ext uri="{FF2B5EF4-FFF2-40B4-BE49-F238E27FC236}">
                <a16:creationId xmlns:a16="http://schemas.microsoft.com/office/drawing/2014/main" id="{7E2C6A3E-D378-9294-46EF-9C611C15E6B7}"/>
              </a:ext>
            </a:extLst>
          </p:cNvPr>
          <p:cNvCxnSpPr>
            <a:cxnSpLocks/>
          </p:cNvCxnSpPr>
          <p:nvPr/>
        </p:nvCxnSpPr>
        <p:spPr>
          <a:xfrm flipV="1">
            <a:off x="4064386" y="3335017"/>
            <a:ext cx="1405081" cy="300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27">
            <a:extLst>
              <a:ext uri="{FF2B5EF4-FFF2-40B4-BE49-F238E27FC236}">
                <a16:creationId xmlns:a16="http://schemas.microsoft.com/office/drawing/2014/main" id="{C2C61C78-4D20-3433-D4CD-C940512960CF}"/>
              </a:ext>
            </a:extLst>
          </p:cNvPr>
          <p:cNvCxnSpPr>
            <a:cxnSpLocks/>
          </p:cNvCxnSpPr>
          <p:nvPr/>
        </p:nvCxnSpPr>
        <p:spPr>
          <a:xfrm flipV="1">
            <a:off x="4089400" y="2578142"/>
            <a:ext cx="2040467" cy="1059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130C95-53F9-5FF5-993B-FFCFF7CE4650}"/>
              </a:ext>
            </a:extLst>
          </p:cNvPr>
          <p:cNvSpPr txBox="1"/>
          <p:nvPr/>
        </p:nvSpPr>
        <p:spPr>
          <a:xfrm>
            <a:off x="3032757" y="3416800"/>
            <a:ext cx="1329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Внутренние</a:t>
            </a:r>
          </a:p>
          <a:p>
            <a:r>
              <a:rPr lang="ru-RU" sz="1200" dirty="0">
                <a:solidFill>
                  <a:schemeClr val="accent1"/>
                </a:solidFill>
              </a:rPr>
              <a:t>вершины</a:t>
            </a:r>
          </a:p>
        </p:txBody>
      </p:sp>
      <p:cxnSp>
        <p:nvCxnSpPr>
          <p:cNvPr id="20" name="Прямая со стрелкой 31">
            <a:extLst>
              <a:ext uri="{FF2B5EF4-FFF2-40B4-BE49-F238E27FC236}">
                <a16:creationId xmlns:a16="http://schemas.microsoft.com/office/drawing/2014/main" id="{C22978F0-0E46-879B-AC2A-604479B12627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8073380" y="2816636"/>
            <a:ext cx="478160" cy="989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6C3C83C-88B1-0FED-3994-D42D69BFF535}"/>
              </a:ext>
            </a:extLst>
          </p:cNvPr>
          <p:cNvSpPr txBox="1"/>
          <p:nvPr/>
        </p:nvSpPr>
        <p:spPr>
          <a:xfrm>
            <a:off x="8073380" y="2539637"/>
            <a:ext cx="95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Предикат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F8A14B-3943-05B4-26C4-94820C412D0C}"/>
              </a:ext>
            </a:extLst>
          </p:cNvPr>
          <p:cNvSpPr txBox="1"/>
          <p:nvPr/>
        </p:nvSpPr>
        <p:spPr>
          <a:xfrm>
            <a:off x="269783" y="3690478"/>
            <a:ext cx="236766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Крутая визуализация дерева решений:</a:t>
            </a:r>
          </a:p>
          <a:p>
            <a:endParaRPr lang="ru-RU" dirty="0">
              <a:hlinkClick r:id="rId6"/>
            </a:endParaRPr>
          </a:p>
          <a:p>
            <a:r>
              <a:rPr lang="en-US" dirty="0">
                <a:hlinkClick r:id="rId6"/>
              </a:rPr>
              <a:t>http://www.r2d3.us/visual-intro-to-machine-learning-part-1/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04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2" grpId="0"/>
      <p:bldP spid="15" grpId="0"/>
      <p:bldP spid="18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Классификция. Дерево решений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C2B2C6-E046-D8F4-F58F-6AA83089D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598" y="1217039"/>
            <a:ext cx="440055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5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Классификция. Случайный лес</a:t>
            </a:r>
          </a:p>
        </p:txBody>
      </p:sp>
      <p:pic>
        <p:nvPicPr>
          <p:cNvPr id="2" name="Picture 2" descr="Random Forest Simple Explanation. Understanding the Random Forest with an…  | by Will Koehrsen | Medium">
            <a:extLst>
              <a:ext uri="{FF2B5EF4-FFF2-40B4-BE49-F238E27FC236}">
                <a16:creationId xmlns:a16="http://schemas.microsoft.com/office/drawing/2014/main" id="{379BE2FD-1402-C11D-0B26-CC1B872F8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10" b="8807"/>
          <a:stretch/>
        </p:blipFill>
        <p:spPr bwMode="auto">
          <a:xfrm>
            <a:off x="1628887" y="1430767"/>
            <a:ext cx="5638800" cy="334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913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Классификция. Дерево решений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06146-6926-0F0F-0ADF-4B99C60CC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352425"/>
            <a:ext cx="78962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Классификция. Дерево решений</a:t>
            </a:r>
          </a:p>
        </p:txBody>
      </p:sp>
      <p:pic>
        <p:nvPicPr>
          <p:cNvPr id="4098" name="Picture 2" descr="XGBoost vs LightGBM: How Are They Different">
            <a:extLst>
              <a:ext uri="{FF2B5EF4-FFF2-40B4-BE49-F238E27FC236}">
                <a16:creationId xmlns:a16="http://schemas.microsoft.com/office/drawing/2014/main" id="{220BAAB2-1DB7-F0E5-36F3-AD846CB5D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475" y="903067"/>
            <a:ext cx="5902661" cy="42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9" name="Group 4118">
            <a:extLst>
              <a:ext uri="{FF2B5EF4-FFF2-40B4-BE49-F238E27FC236}">
                <a16:creationId xmlns:a16="http://schemas.microsoft.com/office/drawing/2014/main" id="{23896684-9AFB-2387-7C2A-2CB3FE30F338}"/>
              </a:ext>
            </a:extLst>
          </p:cNvPr>
          <p:cNvGrpSpPr/>
          <p:nvPr/>
        </p:nvGrpSpPr>
        <p:grpSpPr>
          <a:xfrm>
            <a:off x="182372" y="1278995"/>
            <a:ext cx="3211666" cy="1307507"/>
            <a:chOff x="182372" y="1278995"/>
            <a:chExt cx="4501080" cy="183244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FAED73E-30F9-1894-741C-5740E8D9DF7D}"/>
                    </a:ext>
                  </a:extLst>
                </p14:cNvPr>
                <p14:cNvContentPartPr/>
                <p14:nvPr/>
              </p14:nvContentPartPr>
              <p14:xfrm>
                <a:off x="182372" y="1437755"/>
                <a:ext cx="329400" cy="385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FAED73E-30F9-1894-741C-5740E8D9DF7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3797" y="1429187"/>
                  <a:ext cx="346551" cy="402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CCA5416-2266-E5C1-CA7E-1398C5502B1F}"/>
                    </a:ext>
                  </a:extLst>
                </p14:cNvPr>
                <p14:cNvContentPartPr/>
                <p14:nvPr/>
              </p14:nvContentPartPr>
              <p14:xfrm>
                <a:off x="591692" y="1747715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CCA5416-2266-E5C1-CA7E-1398C5502B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5572" y="174159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3D9177-AC1A-2333-DA23-8956E8A9BDC9}"/>
                    </a:ext>
                  </a:extLst>
                </p14:cNvPr>
                <p14:cNvContentPartPr/>
                <p14:nvPr/>
              </p14:nvContentPartPr>
              <p14:xfrm>
                <a:off x="758372" y="1543595"/>
                <a:ext cx="248760" cy="481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3D9177-AC1A-2333-DA23-8956E8A9BD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9811" y="1535021"/>
                  <a:ext cx="265881" cy="498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5D4322-557B-AA7A-A948-5462D864FF23}"/>
                    </a:ext>
                  </a:extLst>
                </p14:cNvPr>
                <p14:cNvContentPartPr/>
                <p14:nvPr/>
              </p14:nvContentPartPr>
              <p14:xfrm>
                <a:off x="710132" y="1278995"/>
                <a:ext cx="232200" cy="155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5D4322-557B-AA7A-A948-5462D864FF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1551" y="1270403"/>
                  <a:ext cx="249363" cy="172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747E71-0175-8061-F959-391C70BDE972}"/>
                    </a:ext>
                  </a:extLst>
                </p14:cNvPr>
                <p14:cNvContentPartPr/>
                <p14:nvPr/>
              </p14:nvContentPartPr>
              <p14:xfrm>
                <a:off x="1085972" y="1527035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747E71-0175-8061-F959-391C70BDE9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9852" y="15209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65E294-4DFA-6569-A987-8EBF105017B4}"/>
                    </a:ext>
                  </a:extLst>
                </p14:cNvPr>
                <p14:cNvContentPartPr/>
                <p14:nvPr/>
              </p14:nvContentPartPr>
              <p14:xfrm>
                <a:off x="1102532" y="1688675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65E294-4DFA-6569-A987-8EBF105017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6412" y="16825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970E84-E60E-C6F3-21A6-8FC8640E3FD4}"/>
                    </a:ext>
                  </a:extLst>
                </p14:cNvPr>
                <p14:cNvContentPartPr/>
                <p14:nvPr/>
              </p14:nvContentPartPr>
              <p14:xfrm>
                <a:off x="1430852" y="1431635"/>
                <a:ext cx="246240" cy="4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970E84-E60E-C6F3-21A6-8FC8640E3F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22274" y="1423679"/>
                  <a:ext cx="263396" cy="20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A80DE2-429F-3C64-7D51-EC23E4BE195F}"/>
                    </a:ext>
                  </a:extLst>
                </p14:cNvPr>
                <p14:cNvContentPartPr/>
                <p14:nvPr/>
              </p14:nvContentPartPr>
              <p14:xfrm>
                <a:off x="1435892" y="1446755"/>
                <a:ext cx="273240" cy="377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A80DE2-429F-3C64-7D51-EC23E4BE19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27322" y="1438184"/>
                  <a:ext cx="290381" cy="394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BA985D-C23C-8131-9202-FBE3935D1B00}"/>
                    </a:ext>
                  </a:extLst>
                </p14:cNvPr>
                <p14:cNvContentPartPr/>
                <p14:nvPr/>
              </p14:nvContentPartPr>
              <p14:xfrm>
                <a:off x="1840892" y="1409315"/>
                <a:ext cx="118800" cy="457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BA985D-C23C-8131-9202-FBE3935D1B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32298" y="1400742"/>
                  <a:ext cx="135988" cy="4750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50F2E4-930B-79C0-128B-FC140B766DCF}"/>
                    </a:ext>
                  </a:extLst>
                </p14:cNvPr>
                <p14:cNvContentPartPr/>
                <p14:nvPr/>
              </p14:nvContentPartPr>
              <p14:xfrm>
                <a:off x="1995332" y="1629995"/>
                <a:ext cx="202680" cy="249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50F2E4-930B-79C0-128B-FC140B766D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86761" y="1621422"/>
                  <a:ext cx="219822" cy="266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7A4A500-771C-4C80-9EB0-F6C5886FE84C}"/>
                    </a:ext>
                  </a:extLst>
                </p14:cNvPr>
                <p14:cNvContentPartPr/>
                <p14:nvPr/>
              </p14:nvContentPartPr>
              <p14:xfrm>
                <a:off x="2205212" y="1651235"/>
                <a:ext cx="52920" cy="5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7A4A500-771C-4C80-9EB0-F6C5886FE8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6644" y="1643075"/>
                  <a:ext cx="70056" cy="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F9C739-1899-26E9-F62A-B36801FF0BA4}"/>
                    </a:ext>
                  </a:extLst>
                </p14:cNvPr>
                <p14:cNvContentPartPr/>
                <p14:nvPr/>
              </p14:nvContentPartPr>
              <p14:xfrm>
                <a:off x="2366492" y="1608035"/>
                <a:ext cx="183600" cy="281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F9C739-1899-26E9-F62A-B36801FF0B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7917" y="1599463"/>
                  <a:ext cx="200749" cy="299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FFC968-AD58-9235-7591-1B1DE531E50B}"/>
                    </a:ext>
                  </a:extLst>
                </p14:cNvPr>
                <p14:cNvContentPartPr/>
                <p14:nvPr/>
              </p14:nvContentPartPr>
              <p14:xfrm>
                <a:off x="2388092" y="1406795"/>
                <a:ext cx="138960" cy="124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FFC968-AD58-9235-7591-1B1DE531E5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79502" y="1398212"/>
                  <a:ext cx="156141" cy="1413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70D54B-B6EF-08BA-C99E-481CE560CEAF}"/>
                    </a:ext>
                  </a:extLst>
                </p14:cNvPr>
                <p14:cNvContentPartPr/>
                <p14:nvPr/>
              </p14:nvContentPartPr>
              <p14:xfrm>
                <a:off x="2595092" y="1328315"/>
                <a:ext cx="83880" cy="47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70D54B-B6EF-08BA-C99E-481CE560CE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86553" y="1319737"/>
                  <a:ext cx="100957" cy="4945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092898-E374-8A69-D532-D21231ECB811}"/>
                    </a:ext>
                  </a:extLst>
                </p14:cNvPr>
                <p14:cNvContentPartPr/>
                <p14:nvPr/>
              </p14:nvContentPartPr>
              <p14:xfrm>
                <a:off x="2716052" y="1307075"/>
                <a:ext cx="96840" cy="156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092898-E374-8A69-D532-D21231ECB8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07478" y="1298495"/>
                  <a:ext cx="113989" cy="1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2FE6FF7-D5CA-F5E6-C0D3-E592BD9BF94F}"/>
                    </a:ext>
                  </a:extLst>
                </p14:cNvPr>
                <p14:cNvContentPartPr/>
                <p14:nvPr/>
              </p14:nvContentPartPr>
              <p14:xfrm>
                <a:off x="2942132" y="1575635"/>
                <a:ext cx="354960" cy="132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2FE6FF7-D5CA-F5E6-C0D3-E592BD9BF9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33561" y="1567081"/>
                  <a:ext cx="372103" cy="1499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6DE149-1070-3389-26B2-F4CD6056B3CD}"/>
                    </a:ext>
                  </a:extLst>
                </p14:cNvPr>
                <p14:cNvContentPartPr/>
                <p14:nvPr/>
              </p14:nvContentPartPr>
              <p14:xfrm>
                <a:off x="3447932" y="1624235"/>
                <a:ext cx="334080" cy="171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6DE149-1070-3389-26B2-F4CD6056B3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39353" y="1615674"/>
                  <a:ext cx="351238" cy="1888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BD4BF9-69E3-6DBE-F70F-DD62FBB0C4E1}"/>
                    </a:ext>
                  </a:extLst>
                </p14:cNvPr>
                <p14:cNvContentPartPr/>
                <p14:nvPr/>
              </p14:nvContentPartPr>
              <p14:xfrm>
                <a:off x="3824132" y="1645475"/>
                <a:ext cx="42480" cy="177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BD4BF9-69E3-6DBE-F70F-DD62FBB0C4E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15535" y="1636904"/>
                  <a:ext cx="59674" cy="194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3B59DE-A048-EA27-0F8C-5D5702155CA0}"/>
                    </a:ext>
                  </a:extLst>
                </p14:cNvPr>
                <p14:cNvContentPartPr/>
                <p14:nvPr/>
              </p14:nvContentPartPr>
              <p14:xfrm>
                <a:off x="3824132" y="1549715"/>
                <a:ext cx="360" cy="4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3B59DE-A048-EA27-0F8C-5D5702155CA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18012" y="1540875"/>
                  <a:ext cx="12600" cy="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88B6B9-3FD2-316F-41C0-2A12C2D397BA}"/>
                    </a:ext>
                  </a:extLst>
                </p14:cNvPr>
                <p14:cNvContentPartPr/>
                <p14:nvPr/>
              </p14:nvContentPartPr>
              <p14:xfrm>
                <a:off x="3931772" y="1683275"/>
                <a:ext cx="224640" cy="162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88B6B9-3FD2-316F-41C0-2A12C2D397B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23190" y="1674711"/>
                  <a:ext cx="241804" cy="179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ACEBC-F183-A45D-7AB6-5C01DA77D070}"/>
                    </a:ext>
                  </a:extLst>
                </p14:cNvPr>
                <p14:cNvContentPartPr/>
                <p14:nvPr/>
              </p14:nvContentPartPr>
              <p14:xfrm>
                <a:off x="1748012" y="2007318"/>
                <a:ext cx="176400" cy="264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ACEBC-F183-A45D-7AB6-5C01DA77D0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39444" y="1998745"/>
                  <a:ext cx="193536" cy="281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876F7E-F54B-69B5-82D9-600632A0D5FC}"/>
                    </a:ext>
                  </a:extLst>
                </p14:cNvPr>
                <p14:cNvContentPartPr/>
                <p14:nvPr/>
              </p14:nvContentPartPr>
              <p14:xfrm>
                <a:off x="1984532" y="2167518"/>
                <a:ext cx="182880" cy="275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876F7E-F54B-69B5-82D9-600632A0D5F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75967" y="2158939"/>
                  <a:ext cx="200009" cy="2921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BCB04A-0B42-AFBD-2FE1-A731248A418A}"/>
                    </a:ext>
                  </a:extLst>
                </p14:cNvPr>
                <p14:cNvContentPartPr/>
                <p14:nvPr/>
              </p14:nvContentPartPr>
              <p14:xfrm>
                <a:off x="1968332" y="2026038"/>
                <a:ext cx="136080" cy="78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CBCB04A-0B42-AFBD-2FE1-A731248A41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59764" y="2017486"/>
                  <a:ext cx="153216" cy="95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24835D-2DE8-CA91-70C2-0E128E8451AE}"/>
                    </a:ext>
                  </a:extLst>
                </p14:cNvPr>
                <p14:cNvContentPartPr/>
                <p14:nvPr/>
              </p14:nvContentPartPr>
              <p14:xfrm>
                <a:off x="2205212" y="2156358"/>
                <a:ext cx="48600" cy="6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24835D-2DE8-CA91-70C2-0E128E8451A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96694" y="2148355"/>
                  <a:ext cx="65635" cy="221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FE67359-9463-7A62-81A1-7F0385061AD7}"/>
                    </a:ext>
                  </a:extLst>
                </p14:cNvPr>
                <p14:cNvContentPartPr/>
                <p14:nvPr/>
              </p14:nvContentPartPr>
              <p14:xfrm>
                <a:off x="2221412" y="2199558"/>
                <a:ext cx="165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FE67359-9463-7A62-81A1-7F0385061A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12881" y="2193438"/>
                  <a:ext cx="33622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044471-4F8E-2679-14EB-94E1D89CF4A0}"/>
                    </a:ext>
                  </a:extLst>
                </p14:cNvPr>
                <p14:cNvContentPartPr/>
                <p14:nvPr/>
              </p14:nvContentPartPr>
              <p14:xfrm>
                <a:off x="2474132" y="2124318"/>
                <a:ext cx="242640" cy="297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044471-4F8E-2679-14EB-94E1D89CF4A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65574" y="2115746"/>
                  <a:ext cx="259756" cy="3141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C390AA-EF4D-D145-AEF2-7667802A2531}"/>
                    </a:ext>
                  </a:extLst>
                </p14:cNvPr>
                <p14:cNvContentPartPr/>
                <p14:nvPr/>
              </p14:nvContentPartPr>
              <p14:xfrm>
                <a:off x="2721812" y="2189118"/>
                <a:ext cx="14940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C390AA-EF4D-D145-AEF2-7667802A25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13232" y="2182998"/>
                  <a:ext cx="166561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8E9229-4A1B-F5AC-5718-932441DE1D71}"/>
                    </a:ext>
                  </a:extLst>
                </p14:cNvPr>
                <p14:cNvContentPartPr/>
                <p14:nvPr/>
              </p14:nvContentPartPr>
              <p14:xfrm>
                <a:off x="2984612" y="2091918"/>
                <a:ext cx="179640" cy="274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8E9229-4A1B-F5AC-5718-932441DE1D7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76034" y="2083350"/>
                  <a:ext cx="196797" cy="291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141E88-D215-0BD2-82CA-86808ED9D3CD}"/>
                    </a:ext>
                  </a:extLst>
                </p14:cNvPr>
                <p14:cNvContentPartPr/>
                <p14:nvPr/>
              </p14:nvContentPartPr>
              <p14:xfrm>
                <a:off x="2974172" y="1898238"/>
                <a:ext cx="124560" cy="121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141E88-D215-0BD2-82CA-86808ED9D3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65599" y="1889680"/>
                  <a:ext cx="141706" cy="1384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6FFFDCC-EEF0-F201-25B6-7069878182B4}"/>
                    </a:ext>
                  </a:extLst>
                </p14:cNvPr>
                <p14:cNvContentPartPr/>
                <p14:nvPr/>
              </p14:nvContentPartPr>
              <p14:xfrm>
                <a:off x="2392772" y="1984638"/>
                <a:ext cx="105480" cy="404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6FFFDCC-EEF0-F201-25B6-7069878182B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84192" y="1976061"/>
                  <a:ext cx="122639" cy="421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A3A886-75CC-A6A2-0D1E-6B2A197B7EF5}"/>
                    </a:ext>
                  </a:extLst>
                </p14:cNvPr>
                <p14:cNvContentPartPr/>
                <p14:nvPr/>
              </p14:nvContentPartPr>
              <p14:xfrm>
                <a:off x="3243092" y="1952238"/>
                <a:ext cx="108360" cy="372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A3A886-75CC-A6A2-0D1E-6B2A197B7EF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34524" y="1943663"/>
                  <a:ext cx="125496" cy="3893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DE2651-1450-5DA2-4986-C00E7D687B4E}"/>
                    </a:ext>
                  </a:extLst>
                </p14:cNvPr>
                <p14:cNvContentPartPr/>
                <p14:nvPr/>
              </p14:nvContentPartPr>
              <p14:xfrm>
                <a:off x="3361532" y="1911558"/>
                <a:ext cx="128880" cy="128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DE2651-1450-5DA2-4986-C00E7D687B4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52974" y="1903014"/>
                  <a:ext cx="145997" cy="145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7462B9-8D91-630E-F585-D9C012C65A36}"/>
                    </a:ext>
                  </a:extLst>
                </p14:cNvPr>
                <p14:cNvContentPartPr/>
                <p14:nvPr/>
              </p14:nvContentPartPr>
              <p14:xfrm>
                <a:off x="317012" y="2053038"/>
                <a:ext cx="299880" cy="326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7462B9-8D91-630E-F585-D9C012C65A3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8444" y="2044462"/>
                  <a:ext cx="317016" cy="344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C92B3F8-C703-3935-FD5A-C2741C4DAF65}"/>
                    </a:ext>
                  </a:extLst>
                </p14:cNvPr>
                <p14:cNvContentPartPr/>
                <p14:nvPr/>
              </p14:nvContentPartPr>
              <p14:xfrm>
                <a:off x="688172" y="2355798"/>
                <a:ext cx="13320" cy="4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C92B3F8-C703-3935-FD5A-C2741C4DAF6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9785" y="2346958"/>
                  <a:ext cx="30093" cy="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84D0D85-D989-E161-FCD2-BB082FCF2A73}"/>
                    </a:ext>
                  </a:extLst>
                </p14:cNvPr>
                <p14:cNvContentPartPr/>
                <p14:nvPr/>
              </p14:nvContentPartPr>
              <p14:xfrm>
                <a:off x="908852" y="2123958"/>
                <a:ext cx="160560" cy="189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84D0D85-D989-E161-FCD2-BB082FCF2A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0269" y="2115390"/>
                  <a:ext cx="177727" cy="2061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F0E47E-8645-98C2-F62E-566A5C20C416}"/>
                    </a:ext>
                  </a:extLst>
                </p14:cNvPr>
                <p14:cNvContentPartPr/>
                <p14:nvPr/>
              </p14:nvContentPartPr>
              <p14:xfrm>
                <a:off x="1107932" y="2252838"/>
                <a:ext cx="147600" cy="259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F0E47E-8645-98C2-F62E-566A5C20C41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9368" y="2244270"/>
                  <a:ext cx="164728" cy="2766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73C892-8C41-E0A4-3EBC-3AB0548DF17B}"/>
                    </a:ext>
                  </a:extLst>
                </p14:cNvPr>
                <p14:cNvContentPartPr/>
                <p14:nvPr/>
              </p14:nvContentPartPr>
              <p14:xfrm>
                <a:off x="1097492" y="2062758"/>
                <a:ext cx="181800" cy="118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73C892-8C41-E0A4-3EBC-3AB0548DF1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8931" y="2054190"/>
                  <a:ext cx="198922" cy="135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D8C0EC-F6AB-FDE1-29B1-80A70BCE1358}"/>
                    </a:ext>
                  </a:extLst>
                </p14:cNvPr>
                <p14:cNvContentPartPr/>
                <p14:nvPr/>
              </p14:nvContentPartPr>
              <p14:xfrm>
                <a:off x="1456772" y="2140878"/>
                <a:ext cx="144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D8C0EC-F6AB-FDE1-29B1-80A70BCE13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8612" y="2134758"/>
                  <a:ext cx="1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BEE4C6-27EE-FD83-E443-B1FD505357A1}"/>
                    </a:ext>
                  </a:extLst>
                </p14:cNvPr>
                <p14:cNvContentPartPr/>
                <p14:nvPr/>
              </p14:nvContentPartPr>
              <p14:xfrm>
                <a:off x="1452092" y="2269758"/>
                <a:ext cx="360" cy="9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BEE4C6-27EE-FD83-E443-B1FD505357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45972" y="2261258"/>
                  <a:ext cx="12600" cy="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5EDA6B8-ADF4-650A-7ED6-72D7C7C210CC}"/>
                    </a:ext>
                  </a:extLst>
                </p14:cNvPr>
                <p14:cNvContentPartPr/>
                <p14:nvPr/>
              </p14:nvContentPartPr>
              <p14:xfrm>
                <a:off x="371012" y="2527518"/>
                <a:ext cx="236880" cy="297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5EDA6B8-ADF4-650A-7ED6-72D7C7C210C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2444" y="2518946"/>
                  <a:ext cx="254016" cy="3141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C8E8B4-5D08-4454-A8A9-9225230E1A2E}"/>
                    </a:ext>
                  </a:extLst>
                </p14:cNvPr>
                <p14:cNvContentPartPr/>
                <p14:nvPr/>
              </p14:nvContentPartPr>
              <p14:xfrm>
                <a:off x="752612" y="2807598"/>
                <a:ext cx="468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C8E8B4-5D08-4454-A8A9-9225230E1A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3772" y="2801478"/>
                  <a:ext cx="22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67065C2-E9D3-B9BE-CB9B-F567E0849BEA}"/>
                    </a:ext>
                  </a:extLst>
                </p14:cNvPr>
                <p14:cNvContentPartPr/>
                <p14:nvPr/>
              </p14:nvContentPartPr>
              <p14:xfrm>
                <a:off x="908852" y="2651358"/>
                <a:ext cx="352080" cy="421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67065C2-E9D3-B9BE-CB9B-F567E0849B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0277" y="2642783"/>
                  <a:ext cx="369230" cy="4383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E918092-4C92-BD9B-4C3D-19BE88EAA5C5}"/>
                    </a:ext>
                  </a:extLst>
                </p14:cNvPr>
                <p14:cNvContentPartPr/>
                <p14:nvPr/>
              </p14:nvContentPartPr>
              <p14:xfrm>
                <a:off x="930452" y="2409798"/>
                <a:ext cx="171720" cy="118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E918092-4C92-BD9B-4C3D-19BE88EAA5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1891" y="2401230"/>
                  <a:ext cx="188842" cy="135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95F191-145D-3E01-04EE-8319305DA2B5}"/>
                    </a:ext>
                  </a:extLst>
                </p14:cNvPr>
                <p14:cNvContentPartPr/>
                <p14:nvPr/>
              </p14:nvContentPartPr>
              <p14:xfrm>
                <a:off x="1274612" y="2711478"/>
                <a:ext cx="161640" cy="133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95F191-145D-3E01-04EE-8319305DA2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66052" y="2702901"/>
                  <a:ext cx="178761" cy="150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1CE6556-35E7-F1B9-4E94-84CDFB3822B8}"/>
                    </a:ext>
                  </a:extLst>
                </p14:cNvPr>
                <p14:cNvContentPartPr/>
                <p14:nvPr/>
              </p14:nvContentPartPr>
              <p14:xfrm>
                <a:off x="1495292" y="2646318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1CE6556-35E7-F1B9-4E94-84CDFB3822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9172" y="264019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8111BA-B5C0-366C-672D-BB91986C6C25}"/>
                    </a:ext>
                  </a:extLst>
                </p14:cNvPr>
                <p14:cNvContentPartPr/>
                <p14:nvPr/>
              </p14:nvContentPartPr>
              <p14:xfrm>
                <a:off x="1522292" y="2732358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8111BA-B5C0-366C-672D-BB91986C6C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6172" y="272623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097" name="Ink 4096">
                  <a:extLst>
                    <a:ext uri="{FF2B5EF4-FFF2-40B4-BE49-F238E27FC236}">
                      <a16:creationId xmlns:a16="http://schemas.microsoft.com/office/drawing/2014/main" id="{CAF2176F-0B4C-B75A-3101-B05114B078DA}"/>
                    </a:ext>
                  </a:extLst>
                </p14:cNvPr>
                <p14:cNvContentPartPr/>
                <p14:nvPr/>
              </p14:nvContentPartPr>
              <p14:xfrm>
                <a:off x="1753412" y="2592678"/>
                <a:ext cx="234720" cy="6840"/>
              </p14:xfrm>
            </p:contentPart>
          </mc:Choice>
          <mc:Fallback>
            <p:pic>
              <p:nvPicPr>
                <p:cNvPr id="4097" name="Ink 4096">
                  <a:extLst>
                    <a:ext uri="{FF2B5EF4-FFF2-40B4-BE49-F238E27FC236}">
                      <a16:creationId xmlns:a16="http://schemas.microsoft.com/office/drawing/2014/main" id="{CAF2176F-0B4C-B75A-3101-B05114B078D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44849" y="2584372"/>
                  <a:ext cx="251845" cy="234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099" name="Ink 4098">
                  <a:extLst>
                    <a:ext uri="{FF2B5EF4-FFF2-40B4-BE49-F238E27FC236}">
                      <a16:creationId xmlns:a16="http://schemas.microsoft.com/office/drawing/2014/main" id="{8E24A30E-3A98-C4A2-0D8B-63C71BB3A00C}"/>
                    </a:ext>
                  </a:extLst>
                </p14:cNvPr>
                <p14:cNvContentPartPr/>
                <p14:nvPr/>
              </p14:nvContentPartPr>
              <p14:xfrm>
                <a:off x="1791212" y="2613918"/>
                <a:ext cx="256320" cy="334440"/>
              </p14:xfrm>
            </p:contentPart>
          </mc:Choice>
          <mc:Fallback>
            <p:pic>
              <p:nvPicPr>
                <p:cNvPr id="4099" name="Ink 4098">
                  <a:extLst>
                    <a:ext uri="{FF2B5EF4-FFF2-40B4-BE49-F238E27FC236}">
                      <a16:creationId xmlns:a16="http://schemas.microsoft.com/office/drawing/2014/main" id="{8E24A30E-3A98-C4A2-0D8B-63C71BB3A0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82651" y="2605343"/>
                  <a:ext cx="273442" cy="3515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100" name="Ink 4099">
                  <a:extLst>
                    <a:ext uri="{FF2B5EF4-FFF2-40B4-BE49-F238E27FC236}">
                      <a16:creationId xmlns:a16="http://schemas.microsoft.com/office/drawing/2014/main" id="{9C14B29A-ECCC-C731-8541-7B89580114CA}"/>
                    </a:ext>
                  </a:extLst>
                </p14:cNvPr>
                <p14:cNvContentPartPr/>
                <p14:nvPr/>
              </p14:nvContentPartPr>
              <p14:xfrm>
                <a:off x="2145812" y="2764398"/>
                <a:ext cx="249480" cy="347040"/>
              </p14:xfrm>
            </p:contentPart>
          </mc:Choice>
          <mc:Fallback>
            <p:pic>
              <p:nvPicPr>
                <p:cNvPr id="4100" name="Ink 4099">
                  <a:extLst>
                    <a:ext uri="{FF2B5EF4-FFF2-40B4-BE49-F238E27FC236}">
                      <a16:creationId xmlns:a16="http://schemas.microsoft.com/office/drawing/2014/main" id="{9C14B29A-ECCC-C731-8541-7B89580114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37227" y="2755823"/>
                  <a:ext cx="266651" cy="3641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02" name="Ink 4101">
                  <a:extLst>
                    <a:ext uri="{FF2B5EF4-FFF2-40B4-BE49-F238E27FC236}">
                      <a16:creationId xmlns:a16="http://schemas.microsoft.com/office/drawing/2014/main" id="{2EA0E1E9-8157-E81A-CC8B-C584ED781035}"/>
                    </a:ext>
                  </a:extLst>
                </p14:cNvPr>
                <p14:cNvContentPartPr/>
                <p14:nvPr/>
              </p14:nvContentPartPr>
              <p14:xfrm>
                <a:off x="2178212" y="2586918"/>
                <a:ext cx="108360" cy="93240"/>
              </p14:xfrm>
            </p:contentPart>
          </mc:Choice>
          <mc:Fallback>
            <p:pic>
              <p:nvPicPr>
                <p:cNvPr id="4102" name="Ink 4101">
                  <a:extLst>
                    <a:ext uri="{FF2B5EF4-FFF2-40B4-BE49-F238E27FC236}">
                      <a16:creationId xmlns:a16="http://schemas.microsoft.com/office/drawing/2014/main" id="{2EA0E1E9-8157-E81A-CC8B-C584ED78103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69644" y="2578350"/>
                  <a:ext cx="125496" cy="110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103" name="Ink 4102">
                  <a:extLst>
                    <a:ext uri="{FF2B5EF4-FFF2-40B4-BE49-F238E27FC236}">
                      <a16:creationId xmlns:a16="http://schemas.microsoft.com/office/drawing/2014/main" id="{795F6557-4C28-DBF2-AD17-E561DFB8CAA6}"/>
                    </a:ext>
                  </a:extLst>
                </p14:cNvPr>
                <p14:cNvContentPartPr/>
                <p14:nvPr/>
              </p14:nvContentPartPr>
              <p14:xfrm>
                <a:off x="2376932" y="2801838"/>
                <a:ext cx="130680" cy="168840"/>
              </p14:xfrm>
            </p:contentPart>
          </mc:Choice>
          <mc:Fallback>
            <p:pic>
              <p:nvPicPr>
                <p:cNvPr id="4103" name="Ink 4102">
                  <a:extLst>
                    <a:ext uri="{FF2B5EF4-FFF2-40B4-BE49-F238E27FC236}">
                      <a16:creationId xmlns:a16="http://schemas.microsoft.com/office/drawing/2014/main" id="{795F6557-4C28-DBF2-AD17-E561DFB8CAA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68355" y="2793270"/>
                  <a:ext cx="147835" cy="1859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104" name="Ink 4103">
                  <a:extLst>
                    <a:ext uri="{FF2B5EF4-FFF2-40B4-BE49-F238E27FC236}">
                      <a16:creationId xmlns:a16="http://schemas.microsoft.com/office/drawing/2014/main" id="{A8C79726-DBBD-5827-6F2F-AAEC636E0C22}"/>
                    </a:ext>
                  </a:extLst>
                </p14:cNvPr>
                <p14:cNvContentPartPr/>
                <p14:nvPr/>
              </p14:nvContentPartPr>
              <p14:xfrm>
                <a:off x="2092532" y="2533278"/>
                <a:ext cx="111600" cy="538200"/>
              </p14:xfrm>
            </p:contentPart>
          </mc:Choice>
          <mc:Fallback>
            <p:pic>
              <p:nvPicPr>
                <p:cNvPr id="4104" name="Ink 4103">
                  <a:extLst>
                    <a:ext uri="{FF2B5EF4-FFF2-40B4-BE49-F238E27FC236}">
                      <a16:creationId xmlns:a16="http://schemas.microsoft.com/office/drawing/2014/main" id="{A8C79726-DBBD-5827-6F2F-AAEC636E0C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83947" y="2524703"/>
                  <a:ext cx="128769" cy="555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105" name="Ink 4104">
                  <a:extLst>
                    <a:ext uri="{FF2B5EF4-FFF2-40B4-BE49-F238E27FC236}">
                      <a16:creationId xmlns:a16="http://schemas.microsoft.com/office/drawing/2014/main" id="{D35C51AE-16F6-4EA7-39C3-D99048503DE2}"/>
                    </a:ext>
                  </a:extLst>
                </p14:cNvPr>
                <p14:cNvContentPartPr/>
                <p14:nvPr/>
              </p14:nvContentPartPr>
              <p14:xfrm>
                <a:off x="2581772" y="2802918"/>
                <a:ext cx="208800" cy="10440"/>
              </p14:xfrm>
            </p:contentPart>
          </mc:Choice>
          <mc:Fallback>
            <p:pic>
              <p:nvPicPr>
                <p:cNvPr id="4105" name="Ink 4104">
                  <a:extLst>
                    <a:ext uri="{FF2B5EF4-FFF2-40B4-BE49-F238E27FC236}">
                      <a16:creationId xmlns:a16="http://schemas.microsoft.com/office/drawing/2014/main" id="{D35C51AE-16F6-4EA7-39C3-D99048503DE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73198" y="2794467"/>
                  <a:ext cx="225948" cy="273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07" name="Ink 4106">
                  <a:extLst>
                    <a:ext uri="{FF2B5EF4-FFF2-40B4-BE49-F238E27FC236}">
                      <a16:creationId xmlns:a16="http://schemas.microsoft.com/office/drawing/2014/main" id="{C923AD46-E7F0-07A6-0963-4211F4AA8C0A}"/>
                    </a:ext>
                  </a:extLst>
                </p14:cNvPr>
                <p14:cNvContentPartPr/>
                <p14:nvPr/>
              </p14:nvContentPartPr>
              <p14:xfrm>
                <a:off x="2915132" y="2536878"/>
                <a:ext cx="152280" cy="303480"/>
              </p14:xfrm>
            </p:contentPart>
          </mc:Choice>
          <mc:Fallback>
            <p:pic>
              <p:nvPicPr>
                <p:cNvPr id="4107" name="Ink 4106">
                  <a:extLst>
                    <a:ext uri="{FF2B5EF4-FFF2-40B4-BE49-F238E27FC236}">
                      <a16:creationId xmlns:a16="http://schemas.microsoft.com/office/drawing/2014/main" id="{C923AD46-E7F0-07A6-0963-4211F4AA8C0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06560" y="2528308"/>
                  <a:ext cx="169424" cy="320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108" name="Ink 4107">
                  <a:extLst>
                    <a:ext uri="{FF2B5EF4-FFF2-40B4-BE49-F238E27FC236}">
                      <a16:creationId xmlns:a16="http://schemas.microsoft.com/office/drawing/2014/main" id="{1738F703-C726-08B8-0E27-F752CF1C8363}"/>
                    </a:ext>
                  </a:extLst>
                </p14:cNvPr>
                <p14:cNvContentPartPr/>
                <p14:nvPr/>
              </p14:nvContentPartPr>
              <p14:xfrm>
                <a:off x="3119612" y="2732358"/>
                <a:ext cx="176040" cy="300600"/>
              </p14:xfrm>
            </p:contentPart>
          </mc:Choice>
          <mc:Fallback>
            <p:pic>
              <p:nvPicPr>
                <p:cNvPr id="4108" name="Ink 4107">
                  <a:extLst>
                    <a:ext uri="{FF2B5EF4-FFF2-40B4-BE49-F238E27FC236}">
                      <a16:creationId xmlns:a16="http://schemas.microsoft.com/office/drawing/2014/main" id="{1738F703-C726-08B8-0E27-F752CF1C83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11037" y="2723784"/>
                  <a:ext cx="193190" cy="3177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109" name="Ink 4108">
                  <a:extLst>
                    <a:ext uri="{FF2B5EF4-FFF2-40B4-BE49-F238E27FC236}">
                      <a16:creationId xmlns:a16="http://schemas.microsoft.com/office/drawing/2014/main" id="{61595CDE-C3B0-2392-108F-D2C284919F7B}"/>
                    </a:ext>
                  </a:extLst>
                </p14:cNvPr>
                <p14:cNvContentPartPr/>
                <p14:nvPr/>
              </p14:nvContentPartPr>
              <p14:xfrm>
                <a:off x="3081812" y="2529318"/>
                <a:ext cx="164160" cy="80280"/>
              </p14:xfrm>
            </p:contentPart>
          </mc:Choice>
          <mc:Fallback>
            <p:pic>
              <p:nvPicPr>
                <p:cNvPr id="4109" name="Ink 4108">
                  <a:extLst>
                    <a:ext uri="{FF2B5EF4-FFF2-40B4-BE49-F238E27FC236}">
                      <a16:creationId xmlns:a16="http://schemas.microsoft.com/office/drawing/2014/main" id="{61595CDE-C3B0-2392-108F-D2C284919F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73225" y="2520735"/>
                  <a:ext cx="181334" cy="974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111" name="Ink 4110">
                  <a:extLst>
                    <a:ext uri="{FF2B5EF4-FFF2-40B4-BE49-F238E27FC236}">
                      <a16:creationId xmlns:a16="http://schemas.microsoft.com/office/drawing/2014/main" id="{58488328-7736-B185-DBFF-7C09C9B0FACB}"/>
                    </a:ext>
                  </a:extLst>
                </p14:cNvPr>
                <p14:cNvContentPartPr/>
                <p14:nvPr/>
              </p14:nvContentPartPr>
              <p14:xfrm>
                <a:off x="3323732" y="2463438"/>
                <a:ext cx="83880" cy="470160"/>
              </p14:xfrm>
            </p:contentPart>
          </mc:Choice>
          <mc:Fallback>
            <p:pic>
              <p:nvPicPr>
                <p:cNvPr id="4111" name="Ink 4110">
                  <a:extLst>
                    <a:ext uri="{FF2B5EF4-FFF2-40B4-BE49-F238E27FC236}">
                      <a16:creationId xmlns:a16="http://schemas.microsoft.com/office/drawing/2014/main" id="{58488328-7736-B185-DBFF-7C09C9B0FAC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15142" y="2454862"/>
                  <a:ext cx="101060" cy="487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113" name="Ink 4112">
                  <a:extLst>
                    <a:ext uri="{FF2B5EF4-FFF2-40B4-BE49-F238E27FC236}">
                      <a16:creationId xmlns:a16="http://schemas.microsoft.com/office/drawing/2014/main" id="{859B440E-F329-A779-7B68-75A770C93CCC}"/>
                    </a:ext>
                  </a:extLst>
                </p14:cNvPr>
                <p14:cNvContentPartPr/>
                <p14:nvPr/>
              </p14:nvContentPartPr>
              <p14:xfrm>
                <a:off x="3463772" y="2393238"/>
                <a:ext cx="131400" cy="140760"/>
              </p14:xfrm>
            </p:contentPart>
          </mc:Choice>
          <mc:Fallback>
            <p:pic>
              <p:nvPicPr>
                <p:cNvPr id="4113" name="Ink 4112">
                  <a:extLst>
                    <a:ext uri="{FF2B5EF4-FFF2-40B4-BE49-F238E27FC236}">
                      <a16:creationId xmlns:a16="http://schemas.microsoft.com/office/drawing/2014/main" id="{859B440E-F329-A779-7B68-75A770C93C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55180" y="2384661"/>
                  <a:ext cx="148583" cy="157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114" name="Ink 4113">
                  <a:extLst>
                    <a:ext uri="{FF2B5EF4-FFF2-40B4-BE49-F238E27FC236}">
                      <a16:creationId xmlns:a16="http://schemas.microsoft.com/office/drawing/2014/main" id="{E65A17D7-22E8-6DBD-9F3E-38F8AA983624}"/>
                    </a:ext>
                  </a:extLst>
                </p14:cNvPr>
                <p14:cNvContentPartPr/>
                <p14:nvPr/>
              </p14:nvContentPartPr>
              <p14:xfrm>
                <a:off x="3652052" y="2605998"/>
                <a:ext cx="450360" cy="157680"/>
              </p14:xfrm>
            </p:contentPart>
          </mc:Choice>
          <mc:Fallback>
            <p:pic>
              <p:nvPicPr>
                <p:cNvPr id="4114" name="Ink 4113">
                  <a:extLst>
                    <a:ext uri="{FF2B5EF4-FFF2-40B4-BE49-F238E27FC236}">
                      <a16:creationId xmlns:a16="http://schemas.microsoft.com/office/drawing/2014/main" id="{E65A17D7-22E8-6DBD-9F3E-38F8AA98362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43479" y="2597434"/>
                  <a:ext cx="467507" cy="174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115" name="Ink 4114">
                  <a:extLst>
                    <a:ext uri="{FF2B5EF4-FFF2-40B4-BE49-F238E27FC236}">
                      <a16:creationId xmlns:a16="http://schemas.microsoft.com/office/drawing/2014/main" id="{A4F4421B-E105-AC1A-5EA5-5D91B26D1736}"/>
                    </a:ext>
                  </a:extLst>
                </p14:cNvPr>
                <p14:cNvContentPartPr/>
                <p14:nvPr/>
              </p14:nvContentPartPr>
              <p14:xfrm>
                <a:off x="4168652" y="2657118"/>
                <a:ext cx="277200" cy="104760"/>
              </p14:xfrm>
            </p:contentPart>
          </mc:Choice>
          <mc:Fallback>
            <p:pic>
              <p:nvPicPr>
                <p:cNvPr id="4115" name="Ink 4114">
                  <a:extLst>
                    <a:ext uri="{FF2B5EF4-FFF2-40B4-BE49-F238E27FC236}">
                      <a16:creationId xmlns:a16="http://schemas.microsoft.com/office/drawing/2014/main" id="{A4F4421B-E105-AC1A-5EA5-5D91B26D173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60068" y="2648556"/>
                  <a:ext cx="294367" cy="121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116" name="Ink 4115">
                  <a:extLst>
                    <a:ext uri="{FF2B5EF4-FFF2-40B4-BE49-F238E27FC236}">
                      <a16:creationId xmlns:a16="http://schemas.microsoft.com/office/drawing/2014/main" id="{CDFE5BAC-77A9-51D1-B718-ABB56367DCE2}"/>
                    </a:ext>
                  </a:extLst>
                </p14:cNvPr>
                <p14:cNvContentPartPr/>
                <p14:nvPr/>
              </p14:nvContentPartPr>
              <p14:xfrm>
                <a:off x="4453772" y="2672958"/>
                <a:ext cx="52920" cy="115560"/>
              </p14:xfrm>
            </p:contentPart>
          </mc:Choice>
          <mc:Fallback>
            <p:pic>
              <p:nvPicPr>
                <p:cNvPr id="4116" name="Ink 4115">
                  <a:extLst>
                    <a:ext uri="{FF2B5EF4-FFF2-40B4-BE49-F238E27FC236}">
                      <a16:creationId xmlns:a16="http://schemas.microsoft.com/office/drawing/2014/main" id="{CDFE5BAC-77A9-51D1-B718-ABB56367DCE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45204" y="2664379"/>
                  <a:ext cx="70056" cy="1327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117" name="Ink 4116">
                  <a:extLst>
                    <a:ext uri="{FF2B5EF4-FFF2-40B4-BE49-F238E27FC236}">
                      <a16:creationId xmlns:a16="http://schemas.microsoft.com/office/drawing/2014/main" id="{B2EC87DB-DA89-6B44-361C-4A16E1AA0FCE}"/>
                    </a:ext>
                  </a:extLst>
                </p14:cNvPr>
                <p14:cNvContentPartPr/>
                <p14:nvPr/>
              </p14:nvContentPartPr>
              <p14:xfrm>
                <a:off x="4431812" y="2565678"/>
                <a:ext cx="360" cy="360"/>
              </p14:xfrm>
            </p:contentPart>
          </mc:Choice>
          <mc:Fallback>
            <p:pic>
              <p:nvPicPr>
                <p:cNvPr id="4117" name="Ink 4116">
                  <a:extLst>
                    <a:ext uri="{FF2B5EF4-FFF2-40B4-BE49-F238E27FC236}">
                      <a16:creationId xmlns:a16="http://schemas.microsoft.com/office/drawing/2014/main" id="{B2EC87DB-DA89-6B44-361C-4A16E1AA0F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25692" y="255955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4118" name="Ink 4117">
                  <a:extLst>
                    <a:ext uri="{FF2B5EF4-FFF2-40B4-BE49-F238E27FC236}">
                      <a16:creationId xmlns:a16="http://schemas.microsoft.com/office/drawing/2014/main" id="{59C00705-C4E2-83CA-1530-AE2F779D0BBC}"/>
                    </a:ext>
                  </a:extLst>
                </p14:cNvPr>
                <p14:cNvContentPartPr/>
                <p14:nvPr/>
              </p14:nvContentPartPr>
              <p14:xfrm>
                <a:off x="4523252" y="2682678"/>
                <a:ext cx="160200" cy="87840"/>
              </p14:xfrm>
            </p:contentPart>
          </mc:Choice>
          <mc:Fallback>
            <p:pic>
              <p:nvPicPr>
                <p:cNvPr id="4118" name="Ink 4117">
                  <a:extLst>
                    <a:ext uri="{FF2B5EF4-FFF2-40B4-BE49-F238E27FC236}">
                      <a16:creationId xmlns:a16="http://schemas.microsoft.com/office/drawing/2014/main" id="{59C00705-C4E2-83CA-1530-AE2F779D0BB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14688" y="2674096"/>
                  <a:ext cx="177328" cy="10500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4986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Метрики качества.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3398B-719F-F836-8B3F-1523E499A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238" y="1899958"/>
            <a:ext cx="551460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Зачем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нужны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оценки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сравнения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моделей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Чтобы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понимать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где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модель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работает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плохо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выбора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лучшей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модели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конкретную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задачу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65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Метрики качества. </a:t>
            </a:r>
          </a:p>
        </p:txBody>
      </p:sp>
      <p:pic>
        <p:nvPicPr>
          <p:cNvPr id="8194" name="Picture 2" descr="News360 talks news aggregation, iPad relaunch and publisher partnerships |  Apps | The Guardian">
            <a:extLst>
              <a:ext uri="{FF2B5EF4-FFF2-40B4-BE49-F238E27FC236}">
                <a16:creationId xmlns:a16="http://schemas.microsoft.com/office/drawing/2014/main" id="{4CEC9069-CAB1-54DD-4D71-BEF2C4F5C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2" y="1370256"/>
            <a:ext cx="5852160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98C41D-C6BA-A805-2252-5EFD8FB12B75}"/>
              </a:ext>
            </a:extLst>
          </p:cNvPr>
          <p:cNvSpPr txBox="1"/>
          <p:nvPr/>
        </p:nvSpPr>
        <p:spPr>
          <a:xfrm>
            <a:off x="5889812" y="1804004"/>
            <a:ext cx="256569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23232"/>
                </a:solidFill>
                <a:latin typeface="Inter"/>
              </a:rPr>
              <a:t>Кейс: новостное приложение, как оценить его качество?</a:t>
            </a:r>
          </a:p>
          <a:p>
            <a:endParaRPr lang="ru-RU" dirty="0">
              <a:solidFill>
                <a:srgbClr val="323232"/>
              </a:solidFill>
              <a:latin typeface="Inter"/>
            </a:endParaRPr>
          </a:p>
          <a:p>
            <a:r>
              <a:rPr lang="ru-RU" dirty="0">
                <a:solidFill>
                  <a:srgbClr val="323232"/>
                </a:solidFill>
                <a:latin typeface="Inter"/>
              </a:rPr>
              <a:t>Что мы знаем: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Inter"/>
              </a:rPr>
              <a:t>Лайки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Inter"/>
              </a:rPr>
              <a:t>Дизлайки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Inter"/>
              </a:rPr>
              <a:t>Мьюты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Inter"/>
              </a:rPr>
              <a:t>Время чтения каждой статьи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323232"/>
                </a:solidFill>
                <a:latin typeface="Inter"/>
              </a:rPr>
              <a:t>Сессии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5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Метрики. Бинарная классификация. Точность (</a:t>
            </a:r>
            <a:r>
              <a:rPr lang="en-US" dirty="0"/>
              <a:t>accuracy</a:t>
            </a:r>
            <a:r>
              <a:rPr lang="ru-RU" dirty="0"/>
              <a:t>)</a:t>
            </a:r>
            <a:endParaRPr dirty="0"/>
          </a:p>
        </p:txBody>
      </p:sp>
      <p:sp>
        <p:nvSpPr>
          <p:cNvPr id="4" name="TextBox 53">
            <a:extLst>
              <a:ext uri="{FF2B5EF4-FFF2-40B4-BE49-F238E27FC236}">
                <a16:creationId xmlns:a16="http://schemas.microsoft.com/office/drawing/2014/main" id="{94CB7C70-545D-B04A-A95B-63B455E9FCC2}"/>
              </a:ext>
            </a:extLst>
          </p:cNvPr>
          <p:cNvSpPr txBox="1"/>
          <p:nvPr/>
        </p:nvSpPr>
        <p:spPr>
          <a:xfrm>
            <a:off x="406242" y="1369893"/>
            <a:ext cx="1118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Accuracy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" name="TextBox 54">
            <a:extLst>
              <a:ext uri="{FF2B5EF4-FFF2-40B4-BE49-F238E27FC236}">
                <a16:creationId xmlns:a16="http://schemas.microsoft.com/office/drawing/2014/main" id="{FB1A63B0-0D29-6C4D-8F72-344650BCC0D3}"/>
              </a:ext>
            </a:extLst>
          </p:cNvPr>
          <p:cNvSpPr txBox="1"/>
          <p:nvPr/>
        </p:nvSpPr>
        <p:spPr>
          <a:xfrm>
            <a:off x="406241" y="1831890"/>
            <a:ext cx="5580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>
                <a:solidFill>
                  <a:schemeClr val="bg1">
                    <a:lumMod val="65000"/>
                  </a:schemeClr>
                </a:solidFill>
              </a:rPr>
              <a:t>Метрика доли верно угаданных ответов (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accuracy).</a:t>
            </a:r>
            <a:endParaRPr lang="ru-RU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BFE21643-D791-3BA8-0FC7-8A00A8E5E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25" y="2307898"/>
            <a:ext cx="2259868" cy="2207298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FEFEC499-FA84-754E-9675-57C6FE4D1F49}"/>
              </a:ext>
            </a:extLst>
          </p:cNvPr>
          <p:cNvSpPr txBox="1"/>
          <p:nvPr/>
        </p:nvSpPr>
        <p:spPr>
          <a:xfrm>
            <a:off x="3259639" y="2825034"/>
            <a:ext cx="1362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>
                <a:solidFill>
                  <a:schemeClr val="bg1"/>
                </a:solidFill>
              </a:rPr>
              <a:t>Accuracy = </a:t>
            </a:r>
            <a:endParaRPr lang="ru-RU" sz="2000" i="1" dirty="0">
              <a:solidFill>
                <a:schemeClr val="bg1"/>
              </a:solidFill>
            </a:endParaRPr>
          </a:p>
        </p:txBody>
      </p:sp>
      <p:sp>
        <p:nvSpPr>
          <p:cNvPr id="8" name="TextBox 55">
            <a:extLst>
              <a:ext uri="{FF2B5EF4-FFF2-40B4-BE49-F238E27FC236}">
                <a16:creationId xmlns:a16="http://schemas.microsoft.com/office/drawing/2014/main" id="{B9084E79-0904-3349-825D-134A52C58097}"/>
              </a:ext>
            </a:extLst>
          </p:cNvPr>
          <p:cNvSpPr txBox="1"/>
          <p:nvPr/>
        </p:nvSpPr>
        <p:spPr>
          <a:xfrm>
            <a:off x="7380280" y="2825034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>
                <a:solidFill>
                  <a:schemeClr val="bg1"/>
                </a:solidFill>
              </a:rPr>
              <a:t>= 0.6</a:t>
            </a:r>
            <a:endParaRPr lang="ru-RU" sz="2000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1BE9DC34-EC93-0346-9883-558557F501F9}"/>
                  </a:ext>
                </a:extLst>
              </p:cNvPr>
              <p:cNvSpPr txBox="1"/>
              <p:nvPr/>
            </p:nvSpPr>
            <p:spPr>
              <a:xfrm>
                <a:off x="2995675" y="2650313"/>
                <a:ext cx="6148325" cy="662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1BE9DC34-EC93-0346-9883-558557F5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675" y="2650313"/>
                <a:ext cx="6148325" cy="6627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B81571B-377D-F48A-7C2D-FAF742360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077" y="3302033"/>
            <a:ext cx="41433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95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Метрики качества. </a:t>
            </a:r>
            <a:r>
              <a:rPr lang="en-US" sz="3600" b="0" i="0" dirty="0">
                <a:solidFill>
                  <a:srgbClr val="323232"/>
                </a:solidFill>
                <a:effectLst/>
                <a:latin typeface="__CoFoSans_896650"/>
              </a:rPr>
              <a:t>Confusion matrix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AutoShape 2" descr="6">
            <a:extLst>
              <a:ext uri="{FF2B5EF4-FFF2-40B4-BE49-F238E27FC236}">
                <a16:creationId xmlns:a16="http://schemas.microsoft.com/office/drawing/2014/main" id="{19786464-3D5B-8DDB-83C4-A5437D37C0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B1E38-B56B-7F5F-EEC0-130B3EBB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1317204"/>
            <a:ext cx="4811395" cy="3454503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10C4D27-3961-0CAD-8C0D-4988A838C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822" y="1918301"/>
            <a:ext cx="298144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= (TP + TN) / (TP + FP + TN + FN)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Precision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точность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= TP / (TP + FP)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Recall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полнота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чувствительность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ru-RU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= TP / (TP + FN)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2B9EA-9E49-DFDA-59A6-1C8449C6A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372" y="4035624"/>
            <a:ext cx="3447856" cy="84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7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Метрики качества.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C5D31-AAA9-C9B3-6910-656C21211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889"/>
          <a:stretch/>
        </p:blipFill>
        <p:spPr>
          <a:xfrm>
            <a:off x="4608284" y="1911183"/>
            <a:ext cx="3670986" cy="7109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1F2C5A-2480-D0A6-0C58-B5829EEF48E1}"/>
              </a:ext>
            </a:extLst>
          </p:cNvPr>
          <p:cNvSpPr txBox="1"/>
          <p:nvPr/>
        </p:nvSpPr>
        <p:spPr>
          <a:xfrm>
            <a:off x="5201000" y="14960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Гармоническое среднее</a:t>
            </a:r>
            <a:endParaRPr lang="en-US" dirty="0"/>
          </a:p>
        </p:txBody>
      </p:sp>
      <p:pic>
        <p:nvPicPr>
          <p:cNvPr id="1026" name="Picture 2" descr="чего мы хотим - Создать мем - Meme-arsenal.com">
            <a:extLst>
              <a:ext uri="{FF2B5EF4-FFF2-40B4-BE49-F238E27FC236}">
                <a16:creationId xmlns:a16="http://schemas.microsoft.com/office/drawing/2014/main" id="{74E41745-03DE-F3EF-7FC9-AE4FD85B8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848" y="1311794"/>
            <a:ext cx="3240639" cy="360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D74A4-7466-994F-6666-07B5B1BDC9CD}"/>
              </a:ext>
            </a:extLst>
          </p:cNvPr>
          <p:cNvSpPr txBox="1"/>
          <p:nvPr/>
        </p:nvSpPr>
        <p:spPr>
          <a:xfrm>
            <a:off x="2081348" y="26947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точность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23533-B1A8-40DD-B3F1-9C6A8BB0A1EA}"/>
              </a:ext>
            </a:extLst>
          </p:cNvPr>
          <p:cNvSpPr txBox="1"/>
          <p:nvPr/>
        </p:nvSpPr>
        <p:spPr>
          <a:xfrm>
            <a:off x="1989345" y="3856154"/>
            <a:ext cx="21394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полноту</a:t>
            </a:r>
            <a:endParaRPr lang="en-US" dirty="0"/>
          </a:p>
        </p:txBody>
      </p:sp>
      <p:sp>
        <p:nvSpPr>
          <p:cNvPr id="5" name="AutoShape 4" descr="Метрики качества моделей бинарной классификации | Loginom">
            <a:extLst>
              <a:ext uri="{FF2B5EF4-FFF2-40B4-BE49-F238E27FC236}">
                <a16:creationId xmlns:a16="http://schemas.microsoft.com/office/drawing/2014/main" id="{D1009978-168B-5053-8FD4-C416ADF429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64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Метрики качества.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C5D31-AAA9-C9B3-6910-656C21211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90"/>
          <a:stretch/>
        </p:blipFill>
        <p:spPr>
          <a:xfrm>
            <a:off x="115531" y="2084780"/>
            <a:ext cx="3670986" cy="1595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1F2C5A-2480-D0A6-0C58-B5829EEF48E1}"/>
              </a:ext>
            </a:extLst>
          </p:cNvPr>
          <p:cNvSpPr txBox="1"/>
          <p:nvPr/>
        </p:nvSpPr>
        <p:spPr>
          <a:xfrm>
            <a:off x="443932" y="16154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Гармоническое среднее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0E999B-7D35-8E75-CDE7-F3DBE8258F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375" b="-2182"/>
          <a:stretch/>
        </p:blipFill>
        <p:spPr>
          <a:xfrm>
            <a:off x="188526" y="3874518"/>
            <a:ext cx="3670986" cy="894080"/>
          </a:xfrm>
          <a:prstGeom prst="rect">
            <a:avLst/>
          </a:prstGeom>
        </p:spPr>
      </p:pic>
      <p:sp>
        <p:nvSpPr>
          <p:cNvPr id="5" name="AutoShape 4" descr="Метрики качества моделей бинарной классификации | Loginom">
            <a:extLst>
              <a:ext uri="{FF2B5EF4-FFF2-40B4-BE49-F238E27FC236}">
                <a16:creationId xmlns:a16="http://schemas.microsoft.com/office/drawing/2014/main" id="{D1009978-168B-5053-8FD4-C416ADF429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61417" y="241397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506D6-A07B-2389-5176-E6C30DB2AD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7" r="4033"/>
          <a:stretch/>
        </p:blipFill>
        <p:spPr>
          <a:xfrm>
            <a:off x="3946475" y="1368222"/>
            <a:ext cx="5153005" cy="350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95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AUC</a:t>
            </a:r>
            <a:r>
              <a:rPr lang="ru-RU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ROC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F9F1DA-1743-7B86-0F5D-15FA250DB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295791"/>
            <a:ext cx="7345680" cy="32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77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AUC-ROC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B1ED1-77A8-3034-A662-BEB8A76964EA}"/>
              </a:ext>
            </a:extLst>
          </p:cNvPr>
          <p:cNvSpPr txBox="1"/>
          <p:nvPr/>
        </p:nvSpPr>
        <p:spPr>
          <a:xfrm>
            <a:off x="4625789" y="6717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https://alexanderdyakonov.wordpress.com/2017/07/28/auc-roc-площадь-под-кривой-ошибок/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97FC0-D44E-97EC-646E-95E2E8823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09" y="1012132"/>
            <a:ext cx="7058025" cy="20669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AFD4CE8-5851-E8D1-C653-26EEC14EF7AE}"/>
                  </a:ext>
                </a:extLst>
              </p14:cNvPr>
              <p14:cNvContentPartPr/>
              <p14:nvPr/>
            </p14:nvContentPartPr>
            <p14:xfrm>
              <a:off x="3463729" y="3386219"/>
              <a:ext cx="2900160" cy="1407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AFD4CE8-5851-E8D1-C653-26EEC14EF7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7609" y="3380099"/>
                <a:ext cx="2912400" cy="141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B9E7316-5669-590D-67F4-2F01F6698217}"/>
              </a:ext>
            </a:extLst>
          </p:cNvPr>
          <p:cNvGrpSpPr/>
          <p:nvPr/>
        </p:nvGrpSpPr>
        <p:grpSpPr>
          <a:xfrm>
            <a:off x="3254209" y="4753499"/>
            <a:ext cx="323640" cy="191520"/>
            <a:chOff x="1506092" y="4822878"/>
            <a:chExt cx="32364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43E767-205E-950B-29D3-E88D4DDCB116}"/>
                    </a:ext>
                  </a:extLst>
                </p14:cNvPr>
                <p14:cNvContentPartPr/>
                <p14:nvPr/>
              </p14:nvContentPartPr>
              <p14:xfrm>
                <a:off x="1769252" y="4822878"/>
                <a:ext cx="60480" cy="7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43E767-205E-950B-29D3-E88D4DDCB1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63132" y="4816758"/>
                  <a:ext cx="72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F2D3B0-CF52-C5E8-331B-3551606B5381}"/>
                    </a:ext>
                  </a:extLst>
                </p14:cNvPr>
                <p14:cNvContentPartPr/>
                <p14:nvPr/>
              </p14:nvContentPartPr>
              <p14:xfrm>
                <a:off x="1506092" y="4839798"/>
                <a:ext cx="158400" cy="174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F2D3B0-CF52-C5E8-331B-3551606B53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9972" y="4833678"/>
                  <a:ext cx="1706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BF8968-48C5-F7EA-3185-CEA416020974}"/>
              </a:ext>
            </a:extLst>
          </p:cNvPr>
          <p:cNvGrpSpPr/>
          <p:nvPr/>
        </p:nvGrpSpPr>
        <p:grpSpPr>
          <a:xfrm>
            <a:off x="2667409" y="2948099"/>
            <a:ext cx="5145840" cy="2040840"/>
            <a:chOff x="919292" y="3017478"/>
            <a:chExt cx="5145840" cy="20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2AD2D3-5BC8-3486-FE1E-D87FD0659F3E}"/>
                    </a:ext>
                  </a:extLst>
                </p14:cNvPr>
                <p14:cNvContentPartPr/>
                <p14:nvPr/>
              </p14:nvContentPartPr>
              <p14:xfrm>
                <a:off x="1537772" y="3017478"/>
                <a:ext cx="289440" cy="189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2AD2D3-5BC8-3486-FE1E-D87FD0659F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31652" y="3011358"/>
                  <a:ext cx="301680" cy="19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EC385D-C2A2-8144-CE92-2426954F99AF}"/>
                    </a:ext>
                  </a:extLst>
                </p14:cNvPr>
                <p14:cNvContentPartPr/>
                <p14:nvPr/>
              </p14:nvContentPartPr>
              <p14:xfrm>
                <a:off x="1769612" y="4786878"/>
                <a:ext cx="3249000" cy="10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EC385D-C2A2-8144-CE92-2426954F99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63492" y="4780758"/>
                  <a:ext cx="3261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77F9F6-5C81-742E-0BE7-CE73F5F3BF30}"/>
                    </a:ext>
                  </a:extLst>
                </p14:cNvPr>
                <p14:cNvContentPartPr/>
                <p14:nvPr/>
              </p14:nvContentPartPr>
              <p14:xfrm>
                <a:off x="4899812" y="4695798"/>
                <a:ext cx="121680" cy="19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77F9F6-5C81-742E-0BE7-CE73F5F3BF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93692" y="4689678"/>
                  <a:ext cx="133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B608292-83A5-2120-04EC-1D468E2E2E3E}"/>
                    </a:ext>
                  </a:extLst>
                </p14:cNvPr>
                <p14:cNvContentPartPr/>
                <p14:nvPr/>
              </p14:nvContentPartPr>
              <p14:xfrm>
                <a:off x="5233172" y="4744038"/>
                <a:ext cx="42840" cy="228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B608292-83A5-2120-04EC-1D468E2E2E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27052" y="4737918"/>
                  <a:ext cx="55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DAC3D33-4F87-68B3-FCF4-0790648BA74C}"/>
                    </a:ext>
                  </a:extLst>
                </p14:cNvPr>
                <p14:cNvContentPartPr/>
                <p14:nvPr/>
              </p14:nvContentPartPr>
              <p14:xfrm>
                <a:off x="5233172" y="4724598"/>
                <a:ext cx="229680" cy="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DAC3D33-4F87-68B3-FCF4-0790648BA7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27052" y="4718478"/>
                  <a:ext cx="241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C0B219-D693-71AD-4BBE-24D37487F6BC}"/>
                    </a:ext>
                  </a:extLst>
                </p14:cNvPr>
                <p14:cNvContentPartPr/>
                <p14:nvPr/>
              </p14:nvContentPartPr>
              <p14:xfrm>
                <a:off x="5265932" y="4868598"/>
                <a:ext cx="159840" cy="10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C0B219-D693-71AD-4BBE-24D37487F6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9812" y="4862478"/>
                  <a:ext cx="172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B85826-904A-E437-4728-5DF73B175C00}"/>
                    </a:ext>
                  </a:extLst>
                </p14:cNvPr>
                <p14:cNvContentPartPr/>
                <p14:nvPr/>
              </p14:nvContentPartPr>
              <p14:xfrm>
                <a:off x="5604332" y="4727838"/>
                <a:ext cx="42120" cy="202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B85826-904A-E437-4728-5DF73B175C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8212" y="4721718"/>
                  <a:ext cx="54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EFB12B-539E-3E4F-A3E5-A24675999FCD}"/>
                    </a:ext>
                  </a:extLst>
                </p14:cNvPr>
                <p14:cNvContentPartPr/>
                <p14:nvPr/>
              </p14:nvContentPartPr>
              <p14:xfrm>
                <a:off x="5620532" y="4689318"/>
                <a:ext cx="175320" cy="14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EFB12B-539E-3E4F-A3E5-A24675999F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14412" y="4683198"/>
                  <a:ext cx="187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075171-2D33-2C7D-6727-FE9E1F03ADEC}"/>
                    </a:ext>
                  </a:extLst>
                </p14:cNvPr>
                <p14:cNvContentPartPr/>
                <p14:nvPr/>
              </p14:nvContentPartPr>
              <p14:xfrm>
                <a:off x="5873612" y="4679238"/>
                <a:ext cx="14400" cy="248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075171-2D33-2C7D-6727-FE9E1F03AD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67492" y="4673118"/>
                  <a:ext cx="26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39C2BE-71DE-2C01-4E37-333A8005F449}"/>
                    </a:ext>
                  </a:extLst>
                </p14:cNvPr>
                <p14:cNvContentPartPr/>
                <p14:nvPr/>
              </p14:nvContentPartPr>
              <p14:xfrm>
                <a:off x="5878292" y="4652598"/>
                <a:ext cx="186840" cy="279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39C2BE-71DE-2C01-4E37-333A8005F4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72172" y="4646478"/>
                  <a:ext cx="199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E03557C-271C-48C4-77EA-2BA717314A1D}"/>
                    </a:ext>
                  </a:extLst>
                </p14:cNvPr>
                <p14:cNvContentPartPr/>
                <p14:nvPr/>
              </p14:nvContentPartPr>
              <p14:xfrm>
                <a:off x="1468292" y="3035838"/>
                <a:ext cx="130680" cy="18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E03557C-271C-48C4-77EA-2BA717314A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62172" y="3029718"/>
                  <a:ext cx="142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96BAA43-9274-CA57-8D23-221259E58A16}"/>
                    </a:ext>
                  </a:extLst>
                </p14:cNvPr>
                <p14:cNvContentPartPr/>
                <p14:nvPr/>
              </p14:nvContentPartPr>
              <p14:xfrm>
                <a:off x="984092" y="3167958"/>
                <a:ext cx="28080" cy="155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96BAA43-9274-CA57-8D23-221259E58A1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972" y="3161838"/>
                  <a:ext cx="40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EFC375-3817-4B76-3D90-C296864787FA}"/>
                    </a:ext>
                  </a:extLst>
                </p14:cNvPr>
                <p14:cNvContentPartPr/>
                <p14:nvPr/>
              </p14:nvContentPartPr>
              <p14:xfrm>
                <a:off x="919292" y="3162198"/>
                <a:ext cx="104040" cy="11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EFC375-3817-4B76-3D90-C296864787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3172" y="3156078"/>
                  <a:ext cx="116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25D0A3-2022-0E09-78C7-7D7C31F3F725}"/>
                    </a:ext>
                  </a:extLst>
                </p14:cNvPr>
                <p14:cNvContentPartPr/>
                <p14:nvPr/>
              </p14:nvContentPartPr>
              <p14:xfrm>
                <a:off x="1070492" y="3135918"/>
                <a:ext cx="47160" cy="179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25D0A3-2022-0E09-78C7-7D7C31F3F7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4372" y="3129798"/>
                  <a:ext cx="59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351C795-B2F1-148A-5E8C-CF3F8CA47C10}"/>
                    </a:ext>
                  </a:extLst>
                </p14:cNvPr>
                <p14:cNvContentPartPr/>
                <p14:nvPr/>
              </p14:nvContentPartPr>
              <p14:xfrm>
                <a:off x="1102172" y="3141318"/>
                <a:ext cx="47520" cy="10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351C795-B2F1-148A-5E8C-CF3F8CA47C1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6052" y="3135198"/>
                  <a:ext cx="59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14ED79-5D8D-36EF-AA77-7E31C875D6F1}"/>
                    </a:ext>
                  </a:extLst>
                </p14:cNvPr>
                <p14:cNvContentPartPr/>
                <p14:nvPr/>
              </p14:nvContentPartPr>
              <p14:xfrm>
                <a:off x="1183172" y="3130158"/>
                <a:ext cx="51120" cy="227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14ED79-5D8D-36EF-AA77-7E31C875D6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77052" y="3124038"/>
                  <a:ext cx="63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AD2154-30D2-E81E-196F-96DA6014A767}"/>
                    </a:ext>
                  </a:extLst>
                </p14:cNvPr>
                <p14:cNvContentPartPr/>
                <p14:nvPr/>
              </p14:nvContentPartPr>
              <p14:xfrm>
                <a:off x="1220612" y="3117198"/>
                <a:ext cx="147600" cy="277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AD2154-30D2-E81E-196F-96DA6014A7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14492" y="3111078"/>
                  <a:ext cx="159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FE596FB-6E79-B3C6-2C50-D032B6780AE9}"/>
                    </a:ext>
                  </a:extLst>
                </p14:cNvPr>
                <p14:cNvContentPartPr/>
                <p14:nvPr/>
              </p14:nvContentPartPr>
              <p14:xfrm>
                <a:off x="1425092" y="3372078"/>
                <a:ext cx="232920" cy="40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FE596FB-6E79-B3C6-2C50-D032B6780A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18972" y="3365958"/>
                  <a:ext cx="245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D680A4-C4B5-8A5A-83D0-EF861B4676AC}"/>
                    </a:ext>
                  </a:extLst>
                </p14:cNvPr>
                <p14:cNvContentPartPr/>
                <p14:nvPr/>
              </p14:nvContentPartPr>
              <p14:xfrm>
                <a:off x="1762412" y="3353358"/>
                <a:ext cx="85320" cy="125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2D680A4-C4B5-8A5A-83D0-EF861B4676A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56292" y="3347238"/>
                  <a:ext cx="97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A47816-8809-DBCD-C79A-3C1165841077}"/>
                    </a:ext>
                  </a:extLst>
                </p14:cNvPr>
                <p14:cNvContentPartPr/>
                <p14:nvPr/>
              </p14:nvContentPartPr>
              <p14:xfrm>
                <a:off x="4738892" y="4722438"/>
                <a:ext cx="24840" cy="137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A47816-8809-DBCD-C79A-3C11658410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32772" y="4716318"/>
                  <a:ext cx="37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379F596-EF06-C5A1-DDD8-44FABB67BE3F}"/>
                    </a:ext>
                  </a:extLst>
                </p14:cNvPr>
                <p14:cNvContentPartPr/>
                <p14:nvPr/>
              </p14:nvContentPartPr>
              <p14:xfrm>
                <a:off x="4754732" y="4958238"/>
                <a:ext cx="95400" cy="100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379F596-EF06-C5A1-DDD8-44FABB67BE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48612" y="4952118"/>
                  <a:ext cx="107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B6BC0BF-878C-382F-89A0-923216B93C5A}"/>
                    </a:ext>
                  </a:extLst>
                </p14:cNvPr>
                <p14:cNvContentPartPr/>
                <p14:nvPr/>
              </p14:nvContentPartPr>
              <p14:xfrm>
                <a:off x="1790132" y="4404918"/>
                <a:ext cx="109080" cy="273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6BC0BF-878C-382F-89A0-923216B93C5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84012" y="4398798"/>
                  <a:ext cx="121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4CE94C-5CD4-8ADD-C119-DCE79707BDBC}"/>
                    </a:ext>
                  </a:extLst>
                </p14:cNvPr>
                <p14:cNvContentPartPr/>
                <p14:nvPr/>
              </p14:nvContentPartPr>
              <p14:xfrm>
                <a:off x="1876532" y="4389078"/>
                <a:ext cx="194400" cy="52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4CE94C-5CD4-8ADD-C119-DCE79707BD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70412" y="4382958"/>
                  <a:ext cx="20664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20AEB9-74A5-DD63-0943-884AD0E9974B}"/>
                    </a:ext>
                  </a:extLst>
                </p14:cNvPr>
                <p14:cNvContentPartPr/>
                <p14:nvPr/>
              </p14:nvContentPartPr>
              <p14:xfrm>
                <a:off x="2137172" y="4421118"/>
                <a:ext cx="137880" cy="475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20AEB9-74A5-DD63-0943-884AD0E997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31052" y="4414998"/>
                  <a:ext cx="15012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BE8DBA6-0D73-A553-B3F6-0E65F625044C}"/>
                    </a:ext>
                  </a:extLst>
                </p14:cNvPr>
                <p14:cNvContentPartPr/>
                <p14:nvPr/>
              </p14:nvContentPartPr>
              <p14:xfrm>
                <a:off x="2282612" y="3904878"/>
                <a:ext cx="121680" cy="292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BE8DBA6-0D73-A553-B3F6-0E65F62504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76492" y="3898758"/>
                  <a:ext cx="1339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887A2-48B2-6587-1179-E68158F32D9B}"/>
                    </a:ext>
                  </a:extLst>
                </p14:cNvPr>
                <p14:cNvContentPartPr/>
                <p14:nvPr/>
              </p14:nvContentPartPr>
              <p14:xfrm>
                <a:off x="2297372" y="3915678"/>
                <a:ext cx="268560" cy="847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887A2-48B2-6587-1179-E68158F32D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91252" y="3909558"/>
                  <a:ext cx="28080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0D981E5-CBD3-33BA-4481-1B04141F739F}"/>
                    </a:ext>
                  </a:extLst>
                </p14:cNvPr>
                <p14:cNvContentPartPr/>
                <p14:nvPr/>
              </p14:nvContentPartPr>
              <p14:xfrm>
                <a:off x="2518772" y="3937278"/>
                <a:ext cx="230040" cy="841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0D981E5-CBD3-33BA-4481-1B04141F73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12652" y="3931158"/>
                  <a:ext cx="24228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660E13F-2A84-4627-5E4E-100CCF5D5482}"/>
                    </a:ext>
                  </a:extLst>
                </p14:cNvPr>
                <p14:cNvContentPartPr/>
                <p14:nvPr/>
              </p14:nvContentPartPr>
              <p14:xfrm>
                <a:off x="2684012" y="3969318"/>
                <a:ext cx="204480" cy="768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660E13F-2A84-4627-5E4E-100CCF5D54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77892" y="3963198"/>
                  <a:ext cx="2167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5FA766A-5E38-1265-9D41-893DB899D2BF}"/>
                    </a:ext>
                  </a:extLst>
                </p14:cNvPr>
                <p14:cNvContentPartPr/>
                <p14:nvPr/>
              </p14:nvContentPartPr>
              <p14:xfrm>
                <a:off x="2873012" y="3517518"/>
                <a:ext cx="327600" cy="1170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5FA766A-5E38-1265-9D41-893DB899D2B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66892" y="3511398"/>
                  <a:ext cx="339840" cy="11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A8B6F99-BB7E-8F06-1B6B-D7E917C57022}"/>
                    </a:ext>
                  </a:extLst>
                </p14:cNvPr>
                <p14:cNvContentPartPr/>
                <p14:nvPr/>
              </p14:nvContentPartPr>
              <p14:xfrm>
                <a:off x="3133292" y="3549918"/>
                <a:ext cx="282240" cy="1132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A8B6F99-BB7E-8F06-1B6B-D7E917C5702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27172" y="3543798"/>
                  <a:ext cx="294480" cy="11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48232A8-839E-4A2C-DFEE-72E36ECC785F}"/>
                    </a:ext>
                  </a:extLst>
                </p14:cNvPr>
                <p14:cNvContentPartPr/>
                <p14:nvPr/>
              </p14:nvContentPartPr>
              <p14:xfrm>
                <a:off x="3475292" y="3598518"/>
                <a:ext cx="187920" cy="1144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48232A8-839E-4A2C-DFEE-72E36ECC78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69172" y="3592398"/>
                  <a:ext cx="200160" cy="11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F431ED1-9C5D-72D5-6982-A9B3C6053B0C}"/>
                    </a:ext>
                  </a:extLst>
                </p14:cNvPr>
                <p14:cNvContentPartPr/>
                <p14:nvPr/>
              </p14:nvContentPartPr>
              <p14:xfrm>
                <a:off x="3776972" y="3581958"/>
                <a:ext cx="284400" cy="1151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F431ED1-9C5D-72D5-6982-A9B3C6053B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70852" y="3575838"/>
                  <a:ext cx="296640" cy="11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F98F84-9B5B-89D4-89B9-999FAC5519D3}"/>
                    </a:ext>
                  </a:extLst>
                </p14:cNvPr>
                <p14:cNvContentPartPr/>
                <p14:nvPr/>
              </p14:nvContentPartPr>
              <p14:xfrm>
                <a:off x="3942212" y="3544518"/>
                <a:ext cx="377280" cy="1217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F98F84-9B5B-89D4-89B9-999FAC5519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36092" y="3538398"/>
                  <a:ext cx="389520" cy="12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B5FA12-BB6A-D8C0-1EF3-A3A89FE04FF8}"/>
                    </a:ext>
                  </a:extLst>
                </p14:cNvPr>
                <p14:cNvContentPartPr/>
                <p14:nvPr/>
              </p14:nvContentPartPr>
              <p14:xfrm>
                <a:off x="4344332" y="3565758"/>
                <a:ext cx="276480" cy="1144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B5FA12-BB6A-D8C0-1EF3-A3A89FE04F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38212" y="3559638"/>
                  <a:ext cx="288720" cy="11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5FDF75-B4F9-EB74-0B94-B868FA1639ED}"/>
                    </a:ext>
                  </a:extLst>
                </p14:cNvPr>
                <p14:cNvContentPartPr/>
                <p14:nvPr/>
              </p14:nvContentPartPr>
              <p14:xfrm>
                <a:off x="4533692" y="4206198"/>
                <a:ext cx="97920" cy="461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5FDF75-B4F9-EB74-0B94-B868FA1639E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27572" y="4200078"/>
                  <a:ext cx="1101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AAC209E-5DC7-1184-B558-D11100680744}"/>
                    </a:ext>
                  </a:extLst>
                </p14:cNvPr>
                <p14:cNvContentPartPr/>
                <p14:nvPr/>
              </p14:nvContentPartPr>
              <p14:xfrm>
                <a:off x="4620812" y="4544598"/>
                <a:ext cx="27360" cy="20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AAC209E-5DC7-1184-B558-D1110068074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4692" y="4538478"/>
                  <a:ext cx="39600" cy="21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9BB978C-121F-1A4B-2596-5ABF7C94E5AC}"/>
              </a:ext>
            </a:extLst>
          </p:cNvPr>
          <p:cNvSpPr txBox="1"/>
          <p:nvPr/>
        </p:nvSpPr>
        <p:spPr>
          <a:xfrm rot="10800000" flipV="1">
            <a:off x="7173889" y="1264595"/>
            <a:ext cx="2251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Выбираем некоторый порог отсечения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70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AUC-ROC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0242" name="Picture 2" descr="AUC ROC Curve in Machine Learning - GeeksforGeeks">
            <a:extLst>
              <a:ext uri="{FF2B5EF4-FFF2-40B4-BE49-F238E27FC236}">
                <a16:creationId xmlns:a16="http://schemas.microsoft.com/office/drawing/2014/main" id="{DC33FCF6-800F-1FFC-5135-62180A6D8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905" y="-1"/>
            <a:ext cx="6190048" cy="491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997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94599" y="154561"/>
            <a:ext cx="6645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0" i="0" dirty="0">
                <a:solidFill>
                  <a:srgbClr val="323232"/>
                </a:solidFill>
                <a:effectLst/>
                <a:latin typeface="__CoFoSans_339ba5"/>
              </a:rPr>
              <a:t>Average Precision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98881F-52BE-A5DA-1818-6B7D7B8C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618" y="1035734"/>
            <a:ext cx="5298930" cy="41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75147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5F5F5F"/>
      </a:lt2>
      <a:accent1>
        <a:srgbClr val="6C63FF"/>
      </a:accent1>
      <a:accent2>
        <a:srgbClr val="8EDBBF"/>
      </a:accent2>
      <a:accent3>
        <a:srgbClr val="F3F3F3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5699</TotalTime>
  <Words>999</Words>
  <Application>Microsoft Office PowerPoint</Application>
  <PresentationFormat>On-screen Show (16:9)</PresentationFormat>
  <Paragraphs>125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__CoFoSans_339ba5</vt:lpstr>
      <vt:lpstr>__CoFoSans_896650</vt:lpstr>
      <vt:lpstr>__YSText_4277c9</vt:lpstr>
      <vt:lpstr>Arial</vt:lpstr>
      <vt:lpstr>Cambria Math</vt:lpstr>
      <vt:lpstr>Inter</vt:lpstr>
      <vt:lpstr>KaTeX_Main</vt:lpstr>
      <vt:lpstr>Montserrat</vt:lpstr>
      <vt:lpstr>Montserrat Medium</vt:lpstr>
      <vt:lpstr>Segoe UI</vt:lpstr>
      <vt:lpstr>Source Sans Pro</vt:lpstr>
      <vt:lpstr>Timeline Infographics by Slidesgo</vt:lpstr>
      <vt:lpstr>Slidesgo Final Pages</vt:lpstr>
      <vt:lpstr>Метрики. Бинарная классификация</vt:lpstr>
      <vt:lpstr>Классификация и регрессия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Метрики. Бинарная классификация. Точность (accuracy)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semen</dc:creator>
  <cp:lastModifiedBy>Семен Косяченко</cp:lastModifiedBy>
  <cp:revision>7</cp:revision>
  <dcterms:modified xsi:type="dcterms:W3CDTF">2025-10-25T11:00:47Z</dcterms:modified>
</cp:coreProperties>
</file>