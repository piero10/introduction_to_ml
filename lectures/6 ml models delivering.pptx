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1"/>
    <p:sldMasterId id="2147483662" r:id="rId2"/>
  </p:sldMasterIdLst>
  <p:notesMasterIdLst>
    <p:notesMasterId r:id="rId32"/>
  </p:notesMasterIdLst>
  <p:sldIdLst>
    <p:sldId id="271" r:id="rId3"/>
    <p:sldId id="346" r:id="rId4"/>
    <p:sldId id="367" r:id="rId5"/>
    <p:sldId id="353" r:id="rId6"/>
    <p:sldId id="359" r:id="rId7"/>
    <p:sldId id="356" r:id="rId8"/>
    <p:sldId id="360" r:id="rId9"/>
    <p:sldId id="354" r:id="rId10"/>
    <p:sldId id="357" r:id="rId11"/>
    <p:sldId id="355" r:id="rId12"/>
    <p:sldId id="358" r:id="rId13"/>
    <p:sldId id="361" r:id="rId14"/>
    <p:sldId id="366" r:id="rId15"/>
    <p:sldId id="362" r:id="rId16"/>
    <p:sldId id="364" r:id="rId17"/>
    <p:sldId id="375" r:id="rId18"/>
    <p:sldId id="351" r:id="rId19"/>
    <p:sldId id="365" r:id="rId20"/>
    <p:sldId id="372" r:id="rId21"/>
    <p:sldId id="369" r:id="rId22"/>
    <p:sldId id="371" r:id="rId23"/>
    <p:sldId id="370" r:id="rId24"/>
    <p:sldId id="373" r:id="rId25"/>
    <p:sldId id="374" r:id="rId26"/>
    <p:sldId id="347" r:id="rId27"/>
    <p:sldId id="376" r:id="rId28"/>
    <p:sldId id="378" r:id="rId29"/>
    <p:sldId id="377" r:id="rId30"/>
    <p:sldId id="379" r:id="rId3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47FA728-1AD8-4869-9260-0FFEE38EFA66}">
  <a:tblStyle styleId="{647FA728-1AD8-4869-9260-0FFEE38EFA6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70218" autoAdjust="0"/>
  </p:normalViewPr>
  <p:slideViewPr>
    <p:cSldViewPr snapToGrid="0">
      <p:cViewPr varScale="1">
        <p:scale>
          <a:sx n="74" d="100"/>
          <a:sy n="74" d="100"/>
        </p:scale>
        <p:origin x="1001" y="-262"/>
      </p:cViewPr>
      <p:guideLst>
        <p:guide orient="horz" pos="1620"/>
        <p:guide pos="288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heme" Target="theme/theme1.xml"/><Relationship Id="rId8" Type="http://schemas.openxmlformats.org/officeDocument/2006/relationships/slide" Target="slides/slide6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7:23:32.26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1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7:23:32.26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0 1 24575,'0'0'0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06.03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163 291 24575,'-3'0'0,"1"0"0,-1 1 0,1 0 0,-1-1 0,1 1 0,0 0 0,-1 0 0,1 0 0,0 1 0,0-1 0,-1 1 0,1-1 0,0 1 0,-2 2 0,-4 4 0,1 0 0,-8 11 0,4-2 55,0 1 0,1 0 1,1 0-1,1 1 0,1 0 0,0 1 0,1 0 0,-3 25 0,2-3-778,-1 45-1,5-2-3978,3-84 4653,4 210-1033,-1-189 1082,0 0 0,1 0 0,1-1 0,1 0 0,1 0 0,10 21 0,8 8 0,35 53 0,-21-44-141,79 91 0,62 39 1554,-103-119 4131,-44-44-5517,1-1 1,1-1-1,68 32 0,-66-40-27,2-2 0,0-1 0,75 14 0,-38-16 0,87 3 0,-140-13 0,1-1 0,-1-2 0,0 0 0,0-1 0,0-2 0,37-11 0,-43 10 0,-1-1 0,1 0 0,-1-2 0,0 0 0,-1-1 0,0 0 0,-1-1 0,0-1 0,13-13 0,-14 9 0,0 0 0,0 0 0,-2-1 0,0-1 0,-1 0 0,13-33 0,-7 8 0,18-84 0,-25 80 0,4-59 0,-7-48 0,-5 121 0,10-141 0,-1 3 0,-11-37 0,-1 178 0,-2 0 0,-1 0 0,-1 0 0,-19-53 0,17 62 0,0 1 0,-2 0 0,-1 0 0,0 2 0,-1-1 0,-1 1 0,-1 1 0,0 0 0,-1 1 0,-1 1 0,-22-17 0,5 9 0,-1 2 0,-46-21 0,-76-22 0,128 54 0,-1 0 0,1 3 0,-1 0 0,-1 2 0,1 1 0,-41-1 0,37 5 0,-74 4 0,98-3 0,-1 1 0,1 1 0,0-1 0,0 2 0,0-1 0,-15 9 0,-49 36 0,22-13 0,29-23 0,1-1 0,-2-1 0,-23 7 0,-72 16 0,68-25 0,39-7 0,-1 0 0,1 1 0,0 0 0,0 1 0,-12 5 0,-11 6 0,-41 21 0,45-18-1365,19-10-5461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07.408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1 24575,'0'57'0,"1"72"0,1-110 0,1 1 0,1-1 0,11 34 0,-15-52 0,1 0 0,-1 1 0,1-1 0,-1 0 0,1 0 0,-1 0 0,1 1 0,0-1 0,-1 0 0,1 0 0,0 0 0,0 0 0,2 1 0,-3-2 0,0 0 0,0 0 0,1 0 0,-1 0 0,0 0 0,0 0 0,1 0 0,-1 0 0,0 0 0,0 0 0,1 0 0,-1 0 0,0 0 0,0 0 0,1 0 0,-1 0 0,0 0 0,0 0 0,1-1 0,-1 1 0,0 0 0,0 0 0,1 0 0,6-10 0,2-2 0,0-1 0,1 2 0,0-1 0,22-17 0,52-35 0,-68 53 0,-14 9 0,1 0 0,-1 0 0,1 0 0,0 1 0,0-1 0,0 1 0,4-2 0,-6 3 0,-1 0 0,1 0 0,-1 0 0,1 0 0,-1 0 0,1 0 0,-1 0 0,1 0 0,-1 0 0,1 0 0,-1 1 0,1-1 0,-1 0 0,0 0 0,1 0 0,-1 1 0,1-1 0,-1 0 0,1 0 0,0 1 0,-1 0 0,1 0 0,0 0 0,-1 0 0,1 1 0,0-1 0,-1 0 0,1 0 0,-1 0 0,0 0 0,1 1 0,-1-1 0,0 1 0,2 21 0,-1-1 0,-3 42 0,0 2 0,2-62 0,0-1 0,0 1 0,1 0 0,1 6 0,-2-10 0,1 1 0,-1-1 0,0 1 0,0-1 0,0 1 0,0-1 0,1 1 0,-1-1 0,0 1 0,0-1 0,1 0 0,-1 1 0,0-1 0,1 1 0,-1-1 0,0 0 0,1 1 0,-1-1 0,0 0 0,1 0 0,-1 1 0,1-1 0,-1 0 0,1 0 0,-1 1 0,1-1 0,-1 0 0,1 0 0,-1 0 0,1 0 0,-1 0 0,1 0 0,-1 0 0,1 0 0,-1 0 0,1 0 0,-1 0 0,1 0 0,-1 0 0,1 0 0,-1-1 0,1 1 0,-1 0 0,1-1 0,3-2 0,0 0 0,0 0 0,0-1 0,-1 0 0,1 0 0,-1 0 0,0 0 0,2-5 0,-2 5 0,15-23 0,-10 14 0,1-1 0,1 1 0,0 1 0,0 0 0,16-14 0,-24 24 0,0 1 0,0-1 0,0 1 0,0 0 0,0 0 0,0-1 0,0 1 0,1 0 0,-1 1 0,0-1 0,1 0 0,-1 1 0,0-1 0,1 1 0,-1 0 0,1 0 0,-1 0 0,1 0 0,-1 0 0,1 1 0,-1-1 0,0 1 0,1-1 0,-1 1 0,1 0 0,-1 0 0,0 0 0,0 0 0,4 3 0,4 3 2,-1 0-1,0 1 0,0 0 1,15 19-1,25 42 7,-8-10-1388,-31-45-5446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07.982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26 1 24575,'0'80'0,"1"23"0,-14 112 0,11-199 0,-3 20 0,1 0 0,2 1 0,3 53 0,-1-88-32,2 16-412,0 0-1,8 29 1,-6-36-6382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11.45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176 28 24575,'-4'-3'0,"1"1"0,0-1 0,-1 1 0,0 0 0,1 0 0,-1 0 0,0 1 0,0-1 0,0 1 0,-6-1 0,-2 0 0,0 0 0,-15 1 0,24 0 0,-1 1 0,1 0 0,0 1 0,0-1 0,0 0 0,0 1 0,1 0 0,-1 0 0,0 0 0,0 0 0,0 0 0,0 0 0,1 1 0,-1 0 0,1-1 0,-1 1 0,1 0 0,0 0 0,-4 4 0,3-2 0,1-1 0,0 1 0,0 0 0,0 0 0,1-1 0,-1 1 0,1 0 0,0 0 0,0 1 0,0-1 0,1 0 0,-1 0 0,1 8 0,1-6 0,0 1 0,0-1 0,0 1 0,1-1 0,0 0 0,0 0 0,0 0 0,1 0 0,0 0 0,0 0 0,1-1 0,-1 0 0,1 1 0,0-1 0,1-1 0,8 9 0,3 0 0,0-1 0,0 0 0,2-1 0,18 9 0,-29-17 0,-1 0 0,0 1 0,0 0 0,-1 0 0,10 9 0,-13-10 0,0-1 0,0 1 0,0 0 0,0 0 0,0 0 0,-1 0 0,0 0 0,1 0 0,-1 0 0,0 0 0,-1 0 0,1 1 0,-1-1 0,1 4 0,-1-3-170,0 0-1,0 0 0,0 0 1,-1 0-1,1 0 0,-1 0 1,-2 6-1,-4 6-6655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12.03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235 1 24575,'-10'0'0,"1"0"0,0 1 0,0 0 0,0 1 0,0 0 0,0 0 0,0 1 0,1 0 0,-1 0 0,1 1 0,0 1 0,0-1 0,0 1 0,1 0 0,-9 8 0,5-4 0,1 1 0,1-1 0,-11 14 0,16-18 0,0 1 0,0 1 0,1-1 0,0 0 0,0 1 0,0 0 0,-2 12 0,1-3 0,1 0 0,1 0 0,1 0 0,0 0 0,1 0 0,1 0 0,4 24 0,-4-30 0,2-1 0,0 1 0,0 0 0,0-1 0,1 0 0,1 1 0,0-2 0,0 1 0,0-1 0,1 1 0,1-1 0,13 14 0,-15-18 0,0 0 0,1 0 0,-1 0 0,1-1 0,-1 0 0,1 0 0,0 0 0,0-1 0,1 1 0,-1-1 0,0-1 0,1 1 0,-1-1 0,1-1 0,7 1 0,-6-1-105,0 0 0,0 0 0,-1-1 0,1 0 0,0 0 0,-1-1 0,1 0 0,-1-1 0,0 1 0,1-1 0,-1-1 0,11-6 0,3-5-6721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13.15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1 24575,'0'35'0,"3"122"0,-1-124 0,2 0 0,15 56 0,113 317 0,-110-340 0,14 37 0,-36-103 0,0 1 0,0 0 0,1-1 0,-1 1 0,0 0 0,0-1 0,1 1 0,-1-1 0,0 1 0,1 0 0,-1-1 0,1 1 0,-1-1 0,1 1 0,-1-1 0,1 0 0,-1 1 0,1-1 0,-1 1 0,1-1 0,0 1 0,0-2 0,0 1 0,-1-1 0,1 1 0,0-1 0,-1 0 0,1 1 0,0-1 0,-1 1 0,1-1 0,-1 0 0,1 0 0,-1 1 0,1-1 0,-1 0 0,1-1 0,7-15 0,-5 11 0,-1 1 0,1-1 0,0 1 0,1 0 0,4-6 0,-7 10 0,1-1 0,-1 1 0,1 0 0,-1 0 0,1 0 0,-1 0 0,1 0 0,0 0 0,-1 0 0,1 0 0,0 1 0,0-1 0,0 1 0,0-1 0,0 1 0,0 0 0,-1 0 0,1 0 0,0 0 0,0 0 0,3 1 0,0 0 0,0 0 0,0 0 0,-1 1 0,1 0 0,0 0 0,-1 0 0,1 1 0,-1 0 0,5 3 0,6 7 0,15 14 0,-8-6 0,-20-19 0,16 14 0,28 20 0,-40-32 0,0 0 0,0-1 0,0 0 0,1 0 0,-1 0 0,1-1 0,0 0 0,-1-1 0,13 2 0,-17-2 0,0-1 0,1-1 0,-1 1 0,0 0 0,0 0 0,0-1 0,1 1 0,-1-1 0,0 0 0,0 0 0,0 0 0,0 0 0,0 0 0,0 0 0,0 0 0,-1-1 0,1 1 0,0-1 0,-1 1 0,1-1 0,-1 1 0,1-1 0,-1 0 0,0 0 0,0 0 0,0 0 0,0 0 0,0 0 0,1-3 0,1-4 0,0-1 0,-1 1 0,-1 0 0,1-1 0,-1-14 0,-3-88 0,2 108 0,0 0 0,-1 0 0,0 0 0,0 0 0,-3-8 0,4 12 0,0-1 0,0 1 0,-1-1 0,1 0 0,0 1 0,-1-1 0,1 1 0,0-1 0,-1 1 0,1-1 0,-1 1 0,1-1 0,-1 1 0,1 0 0,-1-1 0,1 1 0,-1-1 0,1 1 0,-1 0 0,0 0 0,1-1 0,-1 1 0,1 0 0,-1 0 0,0 0 0,1 0 0,-1 0 0,0 0 0,1 0 0,-1 0 0,0 0 0,1 0 0,-1 0 0,1 0 0,-1 0 0,0 0 0,1 1 0,-1-1 0,0 0 0,1 0 0,-1 1 0,1-1 0,-1 1 0,1-1 0,-2 1 0,0 1 0,0 0 0,0 0 0,0 0 0,0 1 0,0-1 0,0 0 0,1 1 0,-1-1 0,1 1 0,-1 0 0,1-1 0,-1 5 0,-1 3 0,1 0 0,-2 13 0,1-8-78,2 1 0,0 0 0,1-1-1,1 1 1,0-1 0,1 1 0,1-1-1,7 25 1,-7-32-208,0-1 0,0 0 0,0 0 0,1-1 0,0 1 1,1-1-1,-1 0 0,9 9 0,-9-12-2,0 1 0,1 0 0,0-1 1,-1 0-1,1 0 0,0 0 0,0-1 1,1 0-1,-1 0 0,1 0 0,-1 0 0,9 1 1,3-2-886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14.091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219 474 24575,'-11'0'0,"-3"0"0,1 0 0,-1 1 0,-22 4 0,32-4 0,0 0 0,0 1 0,0-1 0,0 1 0,0 0 0,0 0 0,1 0 0,-1 0 0,1 1 0,0-1 0,0 1 0,0 0 0,0 0 0,0 0 0,0 0 0,-3 6 0,-4 9 0,1 0 0,0 1 0,2 0 0,0 1 0,1-1 0,1 1 0,0 0 0,2 0 0,-1 26 0,3-39 0,-1 17 0,1-1 0,5 47 0,-4-67 0,1 1 0,0-1 0,0 1 0,0-1 0,3 7 0,-3-9 0,-1-1 0,0 1 0,1 0 0,-1 0 0,1-1 0,-1 1 0,1 0 0,-1-1 0,1 1 0,0-1 0,-1 1 0,1-1 0,0 1 0,-1-1 0,1 1 0,0-1 0,0 0 0,0 1 0,-1-1 0,1 0 0,0 0 0,0 0 0,0 1 0,-1-1 0,1 0 0,0 0 0,0 0 0,1-1 0,-1 1 0,0 0 0,0 0 0,0-1 0,-1 1 0,1 0 0,0-1 0,-1 1 0,1-1 0,0 1 0,-1-1 0,1 1 0,0-1 0,-1 1 0,1-1 0,-1 0 0,1 1 0,-1-1 0,1-1 0,5-15 0,-6 16 0,7-33 0,-1-1 0,2-52 0,0-7 0,16-60 0,5-37 0,-14-81 0,-14 262 0,2 14 0,4 22 0,27 172 0,0 4 0,30 69-199,-47-201-967,-5-23-5660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15.479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1 24575,'19'42'-786,"4"23"-5516,-9-27 4223,-1-2 4176,23 39-1739,-31-65-370,1-1 0,0 0 0,1 0 0,0 0 0,11 10 0,-16-17 122,0 0-1,0 0 1,1 0-1,-1-1 0,1 1 1,-1-1-1,1 1 1,0-1-1,-1 0 0,1 0 1,0 0-1,0 0 1,0-1-1,0 1 1,-1-1-1,1 0 0,0 0 1,0 0-1,0 0 1,0 0-1,0-1 0,0 1 1,0-1-1,0 0 1,-1 1-1,1-1 1,0-1-1,0 1 0,-1 0 1,4-3-1,-1 1 117,-1-1 1,1 0-1,-1 0 0,1 0 0,-1 0 0,-1-1 0,1 0 0,-1 1 0,1-1 1,-1-1-1,-1 1 0,1 0 0,-1-1 0,2-6 0,7-37-226,-10 48 0,-1 0 0,0 1 0,0-1 0,0 0 0,1 0 0,-1 1 0,0-1 0,1 0 0,-1 1 0,0-1 0,1 0 0,-1 1 0,1-1 0,-1 0 0,2 0 0,-2 1 0,1 0 0,-1 0 0,0 0 0,1 0 0,-1-1 0,0 1 0,1 0 0,-1 0 0,0 0 0,0 1 0,1-1 0,-1 0 0,0 0 0,1 0 0,-1 0 0,0 0 0,1 0 0,-1 0 0,0 0 0,0 1 0,1-1 0,-1 0 0,0 0 0,0 0 0,1 1 0,-1-1 0,3 3 0,-1 0 0,0 0 0,0 0 0,0 0 0,1 4 0,11 22-100,-8-16-110,1 0-1,-1 0 0,2-1 0,0 0 0,18 22 0,-17-25-6615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16.105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0 24575,'2'55'0,"10"70"0,19 52 0,-17-103 0,7 26 0,50 148 0,-63-220 0,-1 1 0,4 39 0,-1-9 0,-8-52 5,0 1-1,6 13 0,-2-6-1382,-1-1-5448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16.88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131 147 24575,'0'6'0,"0"0"0,1 1 0,0-1 0,0 0 0,0 0 0,4 9 0,-5-14 0,1 1 0,-1-1 0,1 1 0,0-1 0,-1 0 0,1 1 0,0-1 0,0 0 0,0 0 0,0 1 0,0-1 0,0 0 0,0 0 0,0 0 0,0 0 0,1-1 0,-1 1 0,0 0 0,1 0 0,-1-1 0,0 1 0,1-1 0,-1 1 0,1-1 0,-1 0 0,1 1 0,-1-1 0,1 0 0,-1 0 0,1 0 0,2 0 0,-2-1 0,1 0 0,-1 0 0,0 0 0,1 0 0,-1 0 0,0 0 0,0-1 0,0 1 0,0-1 0,0 1 0,0-1 0,-1 0 0,1 0 0,0 1 0,-1-1 0,1-1 0,-1 1 0,0 0 0,0 0 0,0 0 0,1-3 0,1-3 0,0 1 0,-1-1 0,0 0 0,-1 0 0,2-10 0,-3 10 0,1-1 0,-1 1 0,0-1 0,-1 1 0,-2-15 0,2 20 0,0 0 0,0 0 0,0 0 0,-1 0 0,1 1 0,-1-1 0,1 0 0,-1 1 0,0-1 0,0 1 0,0 0 0,0 0 0,0-1 0,-1 2 0,1-1 0,-1 0 0,1 0 0,-1 1 0,-3-2 0,-1 0 0,0 0 0,0 1 0,0-1 0,-1 2 0,0-1 0,1 1 0,-1 0 0,1 1 0,-1-1 0,0 2 0,-8 0 0,12 0 0,0-1 0,0 1 0,0 0 0,0 1 0,0-1 0,0 1 0,0 0 0,0 0 0,0 0 0,1 0 0,-1 1 0,1-1 0,0 1 0,-1 0 0,1 0 0,0 0 0,1 0 0,-1 1 0,1-1 0,-4 8 0,3-7 0,1 1 0,0 0 0,0 0 0,1 0 0,-1 0 0,1 0 0,0 0 0,1 0 0,-1 0 0,1 0 0,0 0 0,0 0 0,1 0 0,-1 0 0,1 0 0,0 0 0,1 0 0,-1 0 0,1 0 0,0 0 0,0-1 0,1 1 0,-1-1 0,1 1 0,0-1 0,6 7 0,-2-4-114,-1-1 1,1 1-1,0-2 0,0 1 0,1-1 1,-1 0-1,1-1 0,0 1 0,1-2 1,-1 1-1,16 3 0,0-2-6712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17.560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1 148 24575,'1'0'0,"0"1"0,-1-1 0,1 0 0,0 0 0,0 1 0,-1-1 0,1 1 0,0-1 0,0 1 0,-1-1 0,1 1 0,0-1 0,-1 1 0,1 0 0,-1-1 0,1 2 0,10 14 0,-9-12 0,33 59 0,-27-48 0,9 20 0,-7-15 0,16 27 0,-22-41 0,0-1 0,1 1 0,0-1 0,0 0 0,0 0 0,0 0 0,1 0 0,9 5 0,-15-10 0,1 0 0,-1 1 0,1-1 0,-1 0 0,1 1 0,-1-1 0,1 0 0,0 0 0,-1 0 0,1 1 0,-1-1 0,1 0 0,0 0 0,-1 0 0,1 0 0,0 0 0,-1 0 0,1 0 0,0 0 0,-1 0 0,1-1 0,-1 1 0,1 0 0,0 0 0,-1-1 0,1 1 0,-1 0 0,1 0 0,-1-1 0,1 1 0,-1-1 0,1 1 0,-1 0 0,1-1 0,-1 1 0,1-1 0,-1 1 0,0-1 0,1 1 0,-1-1 0,0 0 0,0 1 0,1-1 0,-1 1 0,0-1 0,0 0 0,0 1 0,0-2 0,2-4 0,-1 0 0,0-1 0,0-11 0,0 12 0,-1-92 0,0 1 0,0 91 0,1 0 0,0 0 0,1 0 0,-1 0 0,1 0 0,0 0 0,0 0 0,1 0 0,0 1 0,0-1 0,0 1 0,0 0 0,1 0 0,5-5 0,-2 3 0,0 0 0,1 1 0,0 0 0,0 1 0,0-1 0,1 1 0,-1 1 0,12-5 0,-12 6-227,1 1-1,0-1 1,0 1-1,0 1 1,13-1-1,-4 1-6598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20.027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1 24575,'1'0'0,"-1"0"0,1 0 0,-1 0 0,1 1 0,-1-1 0,0 0 0,1 0 0,-1 1 0,1-1 0,-1 0 0,0 0 0,1 1 0,-1-1 0,0 1 0,0-1 0,1 0 0,-1 1 0,0-1 0,0 0 0,0 1 0,1-1 0,-1 1 0,0-1 0,0 1 0,0-1 0,0 1 0,3 17 0,-2-11 0,7 25 0,1 0 0,17 39 0,2 8 0,76 213 0,-98-279 0,18 38 0,-20-45 0,0 0 0,0 0 0,0-1 0,1 0 0,-1 1 0,8 4 0,20 16 0,1-2 0,59 34 0,-81-53 0,0 0 0,1-1 0,0 0 0,18 4 0,52 3 0,-59-8 0,262 17 0,3-18 0,-262-3 0,0-2 0,49-11 0,-62 12 0,5-1 0,36-2 0,-4 2 0,-47 3 0,0-1 0,0 1 0,0-1 0,0 0 0,0 0 0,0 0 0,0 0 0,-1-1 0,1 1 0,0-1 0,-1 1 0,1-1 0,-1 0 0,0 0 0,1 0 0,1-4 0,-2 4 0,-1 0 0,1 0 0,-1-1 0,0 1 0,0 0 0,0-1 0,0 1 0,-1-1 0,1 0 0,-1 1 0,0-1 0,1 1 0,-1-1 0,0 0 0,0 1 0,-1-1 0,1 0 0,-2-4 0,-1-2 0,-1 0 0,0 1 0,0-1 0,-1 1 0,0 0 0,-11-13 0,3 3 0,8 11 0,-1 0 0,0 0 0,0 1 0,-1 0 0,0 0 0,0 0 0,0 1 0,-13-7 0,3 3 0,-1 2 0,1 0 0,-21-5 0,-67-11 0,52 13 0,50 10 0,-11-3 0,0 0 0,-17 0 0,30 3 0,1 0 0,-1 0 0,0 0 0,0 0 0,0 0 0,0 0 0,1 0 0,-1 0 0,0 0 0,0 1 0,0-1 0,1 0 0,-1 0 0,0 1 0,0-1 0,1 0 0,-1 1 0,0-1 0,1 1 0,-2 0 0,2 0 0,0-1 0,0 1 0,0-1 0,0 1 0,0-1 0,0 1 0,0-1 0,0 1 0,0-1 0,0 1 0,0-1 0,0 1 0,0-1 0,0 1 0,0-1 0,1 1 0,-1-1 0,0 1 0,0-1 0,1 1 0,-1-1 0,1 1 0,2 4 0,1-1 0,0 0 0,0 0 0,8 6 0,4 1 0,1 0 0,0-1 0,1-1 0,0-1 0,31 11 0,100 18 0,-146-36 0,10 2 0,-1 1 0,1 0 0,-1 1 0,21 12 0,42 31 0,-69-43 0,2 0 71,0 1 0,0 0 0,0 1 0,-1 0-1,0 0 1,11 16 0,-16-20-182,0 0-1,-1 0 1,1 0 0,-1 1 0,1-1-1,-1 0 1,0 1 0,-1-1 0,1 1-1,-1-1 1,1 1 0,-1 3-1,0-3-410,-1-1-1,1 0 1,-1 1-1,0-1 1,0 0-1,0 1 1,0-1-1,-4 6 1,-4 6-180,-20 24 0,-3 4 975,13-13-507,9-16-939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22.966"/>
    </inkml:context>
    <inkml:brush xml:id="br0">
      <inkml:brushProperty name="width" value="0.035" units="cm"/>
      <inkml:brushProperty name="height" value="0.035" units="cm"/>
      <inkml:brushProperty name="color" value="#F6630D"/>
    </inkml:brush>
  </inkml:definitions>
  <inkml:trace contextRef="#ctx0" brushRef="#br0">0 444 24575,'18'-8'0,"1"1"0,-1 1 0,1 0 0,1 1 0,27-3 0,-28 5 0,316-39-727,5 18-726,-208 15 1351,72-4-1690,442-38-286,-562 41 1842,99-10 499,-60 14 2911,-99 6-2530,1 2-1,31 5 0,494 71-1236,7-47 345,-521-31 180,23 0-75,68-9 1,-124 8 133,1 1 0,0-1 0,0 0 0,-1 0-1,1 0 1,0 0 0,6-4 0,-9 4 20,0 0 1,-1 1-1,1-1 1,0 0-1,-1 1 0,1-1 1,0 0-1,-1 0 1,1 0-1,-1 0 0,1 0 1,-1 1-1,0-1 1,1 0-1,-1 0 0,0 0 1,1 0-1,-1 0 1,0 0-1,0 0 0,0 0 1,0 0-1,0 0 1,0 0-1,0 0 0,-1 0 1,1 0-1,0 0 1,0 0-1,-1 0 0,0-2 1,-4-7 224,0 0 0,-1-1 0,0 2 0,-1-1-1,0 1 1,0 0 0,-10-8 0,4 3-221,-17-25-1,26 34-13,1-1 0,0 0 0,0 1-1,1-1 1,-1 0 0,1-1 0,0 1-1,-1-11 1,2 12-1,0-7 0,-5-20 0,5 29 0,-1-1 0,1 1 0,0-1 0,-1 1 0,0 0 0,0 0 0,0 0 0,0 0 0,-5-5 0,7 7 0,0 1 0,-1 0 0,1-1 0,0 1 0,-1 0 0,1-1 0,0 1 0,-1 0 0,1 0 0,-1-1 0,1 1 0,0 0 0,-1 0 0,1 0 0,-1 0 0,1-1 0,-1 1 0,1 0 0,-1 0 0,1 0 0,0 0 0,-1 0 0,1 0 0,-1 0 0,1 0 0,-1 0 0,1 1 0,-1-1 0,1 0 0,-1 0 0,1 1 0,-1-1 0,1 1 0,0-1 0,-1 0 0,1 1 0,0-1 0,0 1 0,-1-1 0,1 1 0,0-1 0,0 1 0,0 0 0,0-1 0,0 1 0,-1-1 0,1 1 0,0-1 0,0 1 0,1-1 0,-1 1 0,0-1 0,0 1 0,0-1 0,0 1 0,0 0 0,1 0 0,1 3 0,-1 0 0,1 0 0,1 0 0,-1 0 0,1 0 0,-1-1 0,5 5 0,24 23 0,-15-17 0,112 96 0,-106-93 0,1-1 0,1-2 0,1 0 0,26 10 0,-38-19 0,-7-3 0,0 0 0,0 1 0,9 5 0,-14-8 0,-1 1 0,1-1 0,-1 0 0,0 0 0,1 0 0,-1 1 0,0-1 0,1 0 0,-1 0 0,0 1 0,1-1 0,-1 0 0,0 0 0,0 1 0,1-1 0,-1 0 0,0 1 0,0-1 0,0 0 0,0 1 0,1-1 0,-1 1 0,0-1 0,0 0 0,0 1 0,0-1 0,0 1 0,0-1 0,0 0 0,0 1 0,0-1 0,0 1 0,0-1 0,0 0 0,0 1 0,0-1 0,-1 1 0,1-1 0,0 0 0,0 1 0,0-1 0,-1 0 0,1 1 0,0-1 0,0 0 0,-1 1 0,1-1 0,0 0 0,0 0 0,-1 1 0,1-1 0,0 0 0,-1 0 0,1 0 0,0 1 0,-1-1 0,0 0 0,-3 2 0,-1 0 0,1 0 0,-9 2 0,10-3 0,-82 22 0,-84 27 0,146-41 0,-1 1 0,1 1 0,1 1 0,-40 28 0,-58 61 0,105-87 0,-3 3-1365,4-2-5461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28.86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0"/>
      <inkml:brushProperty name="anchorY" value="0"/>
      <inkml:brushProperty name="scaleFactor" value="0.5"/>
    </inkml:brush>
  </inkml:definitions>
  <inkml:trace contextRef="#ctx0" brushRef="#br0">45 0 24575,'0'0'0,"-2"8"0,-2 7 0,1 14 0,-5 8 0,0 11 0,1 6 0,2 7 0,1 5 0,2-3 0,1 0 0,3-5 0,1 1 0,6 5 0,0 3 0,2 6 0,-2-5 0,-2-4 0,3-4 0,0-11 0,-3-10 0,-1-3 0,-3-5 0,-1 1 0,-1 2 0,5 5 0,0 3 0,2-4 0,-1 0 0,-1-2 0,4 1 0,-1-5 0,1 1 0,-1-1 0,3-4 0,1 2 0,-2-1 0,-1-5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30.67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69.55347"/>
      <inkml:brushProperty name="anchorY" value="-2123.91187"/>
      <inkml:brushProperty name="scaleFactor" value="0.5"/>
    </inkml:brush>
  </inkml:definitions>
  <inkml:trace contextRef="#ctx0" brushRef="#br0">0 90 24575,'0'0'0,"5"0"0,11 6 0,7 5 0,11 4 0,6 4 0,-2-2 0,-1 3 0,0-4 0,-4-1 0,-3-4 0,-4 0 0,2-4 0,0 4 0,-3-1 0,4 0 0,3 4 0,0-1 0,3 3 0,-3 0 0,2-3 0,-1-2 0,2-4 0,-5-3 0,0-2 0,-4-1 0,2-1 0,1-1 0,2 0 0,4 1 0,-3-1 0,2 1 0,-1 0 0,-3 0 0,-2 0 0,-4 0 0,-2 0 0,-1 0 0,-2-6 0,2 0 0,-1-3 0,1-5 0,-1-1 0,-1-1 0,2-4 0,-5 1 0,0 3 0,1 4 0,-3-1 0,-4-1 0,-2-2 0,-4-1 0,-5-1 0,-4-1 0,-7 0 0,-3-3 0,-7 5 0,-7 0 0,-8-1 0,-10 4 0,-4 3 0,3 3 0,0 4 0,8 2 0,1 1 0,4 1 0,0 1 0,4 0 0,2-1 0,-2 1-3823,-8-1 1093,-3 0 3007,-12 0-746,0 1 430,5-1 39,5-1 0,3 1 0,7 0 3823,3 0-1092,6 0-3008,6 6 746,4 0-431,-1 0-38,1-1 0,-3-2 0,0-1 0,4 2 0,0 0 0,-2-1 0,-1-1 0,-2 0 0,1-1 0,-4 5 0,2 0 0,3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31.99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72.47534"/>
      <inkml:brushProperty name="anchorY" value="-2606.53687"/>
      <inkml:brushProperty name="scaleFactor" value="0.5"/>
    </inkml:brush>
  </inkml:definitions>
  <inkml:trace contextRef="#ctx0" brushRef="#br0">0 1 24575,'0'0'0,"0"2"0,0 10 0,0 6 0,0 2 0,0 3 0,0 6 0,6 4 0,0 2 0,-1 2 0,0-4 0,-1 2 0,-2-4 0,-1-2 0,0 2 0,-1-3 0,-1 2 0,1 6 0,0 3 0,0 3 0,0-5 0,0 1 0,-1-2 0,1-6 0,0-1 0,0-4 0,0-4 0,6 0 0,0-2 0,0 1 0,-1 0 0,-2 4 0,-1 2 0,0 4 0,1-1 0,0-2 0,0-1 0,-1-3 0,0 0 0,-1-2 0,-1 1 0,0-1 0,0-2 0,0 1 0,0-1 0,0 2 0,0-1 0,0 5 0,0 4 0,0 2 0,0 4 0,0-3 0,0 2 0,0-1 0,0-3 0,0-5 0,0-6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33.221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52.33923"/>
      <inkml:brushProperty name="anchorY" value="-4617.11279"/>
      <inkml:brushProperty name="scaleFactor" value="0.5"/>
    </inkml:brush>
  </inkml:definitions>
  <inkml:trace contextRef="#ctx0" brushRef="#br0">0 30 24575,'0'0'0,"5"0"0,5 0 0,4 3 0,3 0 0,0 0 0,4 2 0,4 5 0,6 0 0,13 5 0,4 3 0,8-1 0,3-4 0,-1 0 0,-2-4 0,-7-3 0,-4-2 0,-7-2 0,-3-1 0,4-1 0,0-1 0,3 1 0,0-7 0,-31 4 0,18-6 0,6-3 0,-9-1 0,-3 1 0,-6 1 0,-3 1 0,-2 4 0,3 2 0,0-4 0,3 1 0,1 1 0,2-1 0,-1 1 0,-3-5 0,-2 2 0,-4-2 0,-3 3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35.72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3475.89136"/>
      <inkml:brushProperty name="anchorY" value="-5095.44629"/>
      <inkml:brushProperty name="scaleFactor" value="0.5"/>
    </inkml:brush>
  </inkml:definitions>
  <inkml:trace contextRef="#ctx0" brushRef="#br0">0 44 24575,'0'0'0,"0"2"0,0 5 0,0 7 0,0 3 0,0 5 0,0 5 0,6 0 0,0 1 0,0-2 0,2 0 0,1-9 0,-8-16 0,0 0 0,0 0 0,-1-1 0,1 1 0,0 0 0,0 0 0,0-1 0,0 1 0,0-1 0,0 1 0,3 0 0,-4-1 0,1 0 0,0 0 0,0 0 0,0 0 0,0 0 0,0 0 0,1 0 0,-1 0 0,0 0 0,0 0 0,0-1 0,0 1 0,1-1 0,17-8 0,-17 6 0,1 1 0,0-1 0,-1 0 0,5-5 0,-3 1 0,0 0 0,4-9 0,10-22 0,3-4 0,-4-6 0,0 5 0,-5 9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36.63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4184.52881"/>
      <inkml:brushProperty name="anchorY" value="-5559.95215"/>
      <inkml:brushProperty name="scaleFactor" value="0.5"/>
    </inkml:brush>
  </inkml:definitions>
  <inkml:trace contextRef="#ctx0" brushRef="#br0">18 90 24575,'0'0'0,"0"2"0,6 2 0,8-1 0,4-1 0,4 0 0,7-1 0,-2 0 0,2-1 0,-3 0 0,-3-6 0,-6-3 0,-5-3 0,-11 11 0,-1-1 0,1 1 0,-1-1 0,1 1 0,-1-1 0,1 1 0,-1-1 0,0 1 0,0-2 0,0 1 0,0 0 0,-1 1 0,1-1 0,0 0 0,-1 0 0,1 1 0,-1-1 0,-1-2 0,1 2 0,0 0 0,0 0 0,-1 0 0,1 0 0,-4-3 0,3 3 0,0 0 0,0 0 0,-1 1 0,1-1 0,-4-1 0,-13-5 0,-4 3 0,1 3 0,1 1 0,-1 7 0,2 3 0,-2 3 0,4 5 0,2-2 0,4 1 0,4 2 0,3-1 0,3 1 0,1 1 0,1 0 0,2-18 0,-2 1 0,1-1 0,-1 1 0,1-1 0,0 1 0,0-1 0,0 1 0,1 1 0,14 15 0,-12-16 0,0 1 0,1 0 0,6 2 0,-2-2 0,-1 0 0,11 1 0,24 3 0,12-3 0,7-2 0,1-2 0,-6 0-3823,-10-1 1093,-4 1 3007,-4-1-746,-8 1 430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37.45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200.61963"/>
      <inkml:brushProperty name="anchorY" value="-6212.1333"/>
      <inkml:brushProperty name="scaleFactor" value="0.5"/>
    </inkml:brush>
  </inkml:definitions>
  <inkml:trace contextRef="#ctx0" brushRef="#br0">40 17 24575,'0'0'0,"0"-5"0,-3-1 0,1 3 0,-7 1 0,1 4 0,0 7 0,3 3 0,1 3 0,4 4 0,4 0 0,7 3 0,3-4 0,2-4 0,4-5 0,5 0 0,1-3 0,1-2 0,-3 4 0,-4 2 0,-6 2 0,-13-10 0,0 0 0,1-1 0,-1 1 0,0 0 0,0 0 0,0 3 0,4 12 0,-3 4 0,-2-1 0,-1 3 0,0-2 0,0-1 0,0 1 0,-5-4 0,0-4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38.2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869.37451"/>
      <inkml:brushProperty name="anchorY" value="-7080.51416"/>
      <inkml:brushProperty name="scaleFactor" value="0.5"/>
    </inkml:brush>
  </inkml:definitions>
  <inkml:trace contextRef="#ctx0" brushRef="#br0">0 0 24575,'0'0'0,"0"5"0,0 5 0,0 2 0,0 4 0,0 2 0,0 3 0,0 5 0,0 0 0,6 1 0,3-2 0,6 0 0,-2-2 0,2-5 0,0-6 0,2-4 0,-15-9 0,-1 1 0,1 1 0,0-1 0,-1 0 0,1-1 0,0 1 0,-1 0 0,4-1 0,15-6 0,-18 5 0,1 0 0,0 0 0,-1 0 0,5-4 0,9-12 0,-4-3 0,2-6 0,-2 0 0,-4-1 0,-2 3 0,0 5 0,-1 3 0,-4 16 0,0 1 0,-1-1 0,1 0 0,-1 0 0,1 0 0,0 1 0,-1-1 0,1 0 0,0 1 0,-1-1 0,2 0 0,-1 1 0,-1 0 0,1 0 0,-1 0 0,1 0 0,-1-1 0,1 1 0,0 0 0,-1 0 0,1 0 0,-1 0 0,1 0 0,-1 1 0,1-1 0,-1 0 0,1 0 0,0 0 0,-1 0 0,1 1 0,2 1 0,-1-1 0,0 1 0,0-1 0,0 1 0,3 3 0,12 19 0,9 6 0,1 8 0,-5-1 0,1-7 0,-5-7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39.43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770.09717"/>
      <inkml:brushProperty name="anchorY" value="-7840.92969"/>
      <inkml:brushProperty name="scaleFactor" value="0.5"/>
    </inkml:brush>
  </inkml:definitions>
  <inkml:trace contextRef="#ctx0" brushRef="#br0">1 1 24575,'0'0'0,"0"2"0,0 13 0,0 3 0,0 8 0,3 6 0,5 7 0,1 11 0,5 4 0,2 7 0,-3-2 0,-2-1 0,2-8 0,-2-3 0,-3-9 0,-3-4 0,-1-1 0,-2-5 0,-2-1 0,3-4 0,-1-2 0,0-5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40.15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7402.85498"/>
      <inkml:brushProperty name="anchorY" value="-9079.58496"/>
      <inkml:brushProperty name="scaleFactor" value="0.5"/>
    </inkml:brush>
  </inkml:definitions>
  <inkml:trace contextRef="#ctx0" brushRef="#br0">1 0 24575,'0'0'0,"0"3"0,0 9 0,0 3 0,0 1 0,0 5 0,0 5 0,0 0 0,0 4 0,0 7 0,5 3 0,1 3 0,0 1 0,-1 3 0,4 1 0,-1-7 0,-1-3 0,-2-2 0,2-5 0,-2-2 0,2-4 0,-6-22 0,1-1 0,-1 1 0,0 0 0,1-1 0,2 4 0,-3-5 0,1 1 0,-1 0 0,1-1 0,-1 1 0,1-1 0,2 2 0,14 4 0,1-3 0,2-3 0,0-1 0,-4-1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40.77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101.20264"/>
      <inkml:brushProperty name="anchorY" value="-10236.9248"/>
      <inkml:brushProperty name="scaleFactor" value="0.5"/>
    </inkml:brush>
  </inkml:definitions>
  <inkml:trace contextRef="#ctx0" brushRef="#br0">0 44 24575,'0'0'0,"5"-5"0,10-2 0,9 1 0,4-1 0,1 1 0,3 1 0,-3 1 0,0 2 0,-6 1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42.003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822.89258"/>
      <inkml:brushProperty name="anchorY" value="-10702.01465"/>
      <inkml:brushProperty name="scaleFactor" value="0.5"/>
    </inkml:brush>
  </inkml:definitions>
  <inkml:trace contextRef="#ctx0" brushRef="#br0">173 0 24575,'0'0'0,"-5"0"0,-5 0 0,-1 0 0,-6 0 0,3 3 0,-1 6 0,3 3 0,-3 5 0,1 1 0,2 4 0,3-1 0,0-1 0,2 2 0,3-2 0,1 2 0,1-2 0,5 2 0,-1-1 0,7-2 0,3 2 0,4-1 0,2-5 0,1 2 0,-4-1 0,2-3 0,-4 0 0,-2 2 0,-4 0 0,-3 3 0,-2 1 0,-2 2 0,-3-1 0,-4 0 0,-2 1 0,-6-4 0,-1-4 0,-4-4 0,-1-4 0,2-3 0,-2-1 0,3-4 0,5-1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48.4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59 24575,'0'-1'0,"0"0"0,0-1 0,0 1 0,-1 0 0,1 0 0,0-1 0,-1 1 0,1 0 0,-1 0 0,0 0 0,1 0 0,-1 0 0,0 0 0,0 0 0,-1-1 0,0-1 0,-1 0 0,0 1 0,-1-1 0,-5-3 0,2 3 0,0-1 0,-1 1 0,1 1 0,0-1 0,-10-1 0,14 3 0,-1 1 0,0-1 0,0 1 0,0 0 0,1 0 0,-1 1 0,0-1 0,0 1 0,0-1 0,1 1 0,-1 1 0,-5 1 0,7-2 0,-1 1 0,1-1 0,0 1 0,0-1 0,0 1 0,0 0 0,1 0 0,-1-1 0,0 1 0,1 1 0,-1-1 0,1 0 0,0 0 0,0 0 0,0 1 0,0-1 0,0 1 0,0-1 0,0 5 0,0-1 0,1-1 0,-1 1 0,2-1 0,-1 0 0,0 1 0,1-1 0,0 1 0,1-1 0,-1 0 0,1 0 0,0 0 0,0 0 0,4 7 0,3 3 0,1-1 0,0 0 0,12 13 0,-15-19 0,1 0 0,0 0 0,0-1 0,16 12 0,-18-16 0,0 0 0,1 1 0,-1-2 0,0 1 0,1-1 0,-1 0 0,1 0 0,12 1 0,-5-2 0,-1-1 0,1-1 0,-1 1 0,1-2 0,-1 0 0,0-1 0,0 0 0,0-1 0,0-1 0,-1 0 0,14-7 0,11-9 0,-1-1 0,38-32 0,-51 37 0,-18 13 0,-1 1 0,-1 0 0,0 1 0,1-1 0,-1 1 0,1 0 0,0 0 0,0 1 0,5-3 0,-8 4 0,0 0 0,-1 0 0,1 0 0,0 0 0,-1 0 0,1 0 0,0 0 0,-1 1 0,1-1 0,0 0 0,-1 0 0,1 0 0,0 1 0,-1-1 0,1 0 0,0 1 0,-1-1 0,1 1 0,-1-1 0,1 0 0,-1 1 0,1-1 0,-1 1 0,1-1 0,-1 1 0,0 0 0,1-1 0,-1 1 0,1 0 0,0 3 0,1-1 0,-1 1 0,0 0 0,0 4 0,1-2 0,0 3 0,1 0 0,0 0 0,0 0 0,1-1 0,0 0 0,1 0 0,0 0 0,0 0 0,1-1 0,9 10 0,-4-5 0,0 0 0,2-1 0,-1-1 0,1 0 0,14 8 0,-22-15 0,0 0 0,0-1 0,0 0 0,0 0 0,0 0 0,0-1 0,0 0 0,1 0 0,-1 0 0,1-1 0,-1 1 0,0-1 0,1-1 0,-1 1 0,1-1 0,-1 0 0,0 0 0,10-3 0,-12 2 2,0 1 0,0-1 0,0 1-1,0-1 1,0 0 0,0-1 0,-1 1-1,1 0 1,-1-1 0,1 1 0,-1-1 0,0 0-1,0 0 1,-1 1 0,1-2 0,0 1-1,-1 0 1,0 0 0,1 0 0,-1-1-1,-1 1 1,1 0 0,0-1 0,-1 1 0,0-1-1,0-3 1,0-2-68,0-1 0,-1 1 0,-1 0 0,1 0 0,-1-1 0,-1 1 0,0 0 0,-6-13 0,4 12-816,-1 0 0,0 0-1,-1 1 1,0 0 0,-10-11 0,9 11 561,-2 1 0,1 0 1,-1 0-1,-19-11 0,20 14 584,0 1-1,0 0 0,-1 0 1,0 0-1,1 1 1,-1 1-1,0 0 0,-1 0 1,1 1-1,0 0 0,0 1 1,-1 0-1,1 0 1,-12 3-1,18-3-10,1 1 0,-1 0-1,1 0 1,0 0 0,-1 0 0,1 1 0,0-1-1,0 1 1,0 0 0,0 0 0,0 0 0,-3 4-1,4-5-240,1 1-1,0-1 0,0 1 0,0 0 0,0 0 0,1-1 1,-1 1-1,0 0 0,1 0 0,-1 0 0,1 0 0,0 0 1,-1 0-1,1 0 0,0 0 0,0 0 0,0 0 0,1 0 1,-1 0-1,0-1 0,1 1 0,1 4 0,1 3-1,1 0-1,0 0 1,1 0-1,0-1 1,0 1 0,1-1-1,0 0 1,1-1-1,-1 0 1,1 0-1,1 0 1,-1-1-1,10 6 1,-3-3-195,-1-1 1,1 0-1,1-1 0,-1-1 1,1 0-1,0-1 1,23 5-1,4-4-6640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49.2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24575,'1'0'0,"0"0"0,0 0 0,0 0 0,0 1 0,0-1 0,0 0 0,0 1 0,0-1 0,-1 1 0,1-1 0,0 1 0,0-1 0,0 1 0,0 0 0,-1-1 0,1 1 0,0 0 0,-1 0 0,1-1 0,-1 1 0,1 0 0,-1 0 0,2 1 0,0 4 0,1 0 0,2 11 0,-1-2 0,-3-14 0,0 1 0,-1-1 0,1 1 0,0-1 0,0 1 0,0-1 0,0 0 0,0 1 0,0-1 0,1 0 0,-1 0 0,0 0 0,1 0 0,2 2 0,-3-3 0,0 1 0,0-1 0,0 0 0,1 1 0,-1-1 0,0 0 0,1 0 0,-1 0 0,0 0 0,0 0 0,1 0 0,-1 0 0,0-1 0,0 1 0,1 0 0,-1-1 0,0 1 0,0-1 0,0 1 0,2-2 0,22-16 0,-21 14 0,0 1 0,1 0 0,-1 0 0,1 0 0,5-2 0,-8 4 0,1 0 0,-1 1 0,0-1 0,0 1 0,0 0 0,1-1 0,-1 1 0,0 0 0,0 0 0,0 1 0,1-1 0,-1 0 0,0 1 0,0 0 0,0-1 0,4 3 0,1 0 0,0 1 0,0 0 0,0 1 0,-1-1 0,1 1 0,8 10 0,31 39 0,-6-8 0,-29-36-1365,0-3-5461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50.0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117 1 24575,'-5'0'0,"0"0"0,0 0 0,0 1 0,-1 0 0,1 0 0,0 0 0,0 1 0,-7 2 0,8-2 0,1 1 0,-1-1 0,1 0 0,-1 1 0,1 0 0,0 0 0,1 0 0,-1 0 0,0 0 0,1 0 0,-3 5 0,1-1-308,0 0 0,1 0-1,0 0 1,1 0-1,0 1 1,0-1 0,0 1-1,1-1 1,0 1 0,0 11-1,1-15 162,0 0-1,1 0 1,-1 0-1,1-1 1,-1 1-1,1 0 1,0 0-1,1-1 1,-1 1-1,1-1 1,-1 1 0,1-1-1,0 0 1,0 0-1,0 0 1,1 0-1,-1 0 1,1 0-1,0 0 1,0-1-1,0 1 1,6 3-1,36 13 1199,-34-15-335,0 1 0,0 0 0,0 0 1,12 10-1,-20-13-603,0 0 0,0 1 1,0-1-1,-1 1 0,1 0 1,-1 0-1,0 0 0,0 0 0,0 0 1,0 1-1,-1-1 0,1 0 1,-1 1-1,0-1 0,0 1 0,0 0 1,0-1-1,0 6 0,0 9-1478,-2 0-5461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50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24575,'0'13'0,"4"117"0,-2-113 0,1 0 0,0 0 0,1 0 0,1 0 0,10 22 0,15 28 0,-24-61 0,-6-5 0,0-1 0,0 0 0,1 0 0,-1 0 0,0 0 0,0 0 0,0 0 0,1 0 0,-1 0 0,0 0 0,0-1 0,0 1 0,1 0 0,-1 0 0,0 0 0,0 0 0,0 0 0,1 0 0,-1 0 0,0 0 0,0 0 0,0-1 0,0 1 0,1 0 0,-1 0 0,8-16 0,-4 9 0,50-75-462,-45 70-441,10-14-5923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50.9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24575,'0'3'0,"0"2"0,0 9 0,0 4 0,0 3 0,0 2 0,0 1 0,5-2 0,4 0 0,1-1 0,-2-1 0,-2 2 0,-2-2 0,1 2 0,-1-4-8191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52.2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24575,'0'23'0,"1"60"0,0-67 0,1 1 0,1-1 0,4 16 0,-7-32 0,0 1 0,0 0 0,1-1 0,-1 1 0,0 0 0,0-1 0,1 1 0,-1 0 0,0-1 0,1 1 0,-1-1 0,1 1 0,-1-1 0,1 1 0,-1-1 0,1 1 0,-1-1 0,1 1 0,0-1 0,-1 0 0,1 0 0,-1 0 0,1 0 0,-1 0 0,0 0 0,1 0 0,-1 0 0,1 0 0,-1 0 0,0 0 0,1 0 0,-1 0 0,1 0 0,-1-1 0,0 1 0,1 0 0,-1 0 0,0 0 0,1-1 0,-1 1 0,1 0 0,1-3 0,1 1 0,-1-1 0,0 0 0,0 0 0,0 0 0,2-3 0,2-7 0,-3 6 0,0 0 0,8-11 0,-11 16 0,1 1 0,0 1 0,-1-1 0,1 0 0,0 0 0,0 0 0,-1 0 0,1 0 0,0 1 0,0-1 0,0 0 0,0 1 0,0-1 0,0 1 0,0-1 0,0 1 0,0-1 0,1 1 0,-1 0 0,0-1 0,0 1 0,0 0 0,0 0 0,2 0 0,-2 0 0,0 1 0,0-1 0,0 1 0,0-1 0,0 1 0,0-1 0,-1 1 0,1-1 0,0 1 0,0 0 0,-1-1 0,1 1 0,0 0 0,-1 0 0,1-1 0,0 1 0,-1 0 0,1 0 0,0 2 0,6 19 0,-6-19 0,2 11 0,8 24 0,-10-35 0,0 1 0,1-1 0,-1 0 0,1 0 0,0 0 0,0-1 0,0 1 0,0 0 0,3 2 0,-4-4 0,0-1 0,0 1 0,0-1 0,0 1 0,0-1 0,0 1 0,0-1 0,0 0 0,0 1 0,0-1 0,0 0 0,0 0 0,0 0 0,0 0 0,0 0 0,0 0 0,0 0 0,0 0 0,0 0 0,2-1 0,22-9 0,-9 3 0,-14 7 0,0-1 0,0 1 0,0 0 0,0 0 0,0-1 0,0 1 0,0 1 0,0-1 0,0 0 0,0 0 0,0 1 0,0-1 0,3 2 0,0 1 0,-1-1 0,1 1 0,6 5 0,-8-5 0,1-1 0,-1 0 0,0 0 0,1 0 0,-1 0 0,1 0 0,6 2 0,-9-4 0,0 0 0,0 0 0,-1 0 0,1 0 0,0 0 0,0 0 0,0 0 0,0 0 0,0 0 0,0 0 0,0 0 0,-1-1 0,1 1 0,0 0 0,0-1 0,0 1 0,0 0 0,-1-1 0,1 1 0,0-1 0,1 0 0,-1-1 0,0 0 0,1 1 0,-1-1 0,0 0 0,0 0 0,0 1 0,0-1 0,0 0 0,0-2 0,1-4 0,0-1 0,-1 1 0,1-13 0,-1 18 0,-1-1 0,1 1 0,-1-1 0,0 1 0,-1 0 0,1-1 0,0 1 0,-1-1 0,0 1 0,0 0 0,0 0 0,0-1 0,-2-3 0,2 7 0,1 0 0,0-1 0,0 1 0,-1 0 0,1-1 0,0 1 0,-1 0 0,1-1 0,-1 1 0,1 0 0,0 0 0,-1-1 0,1 1 0,-1 0 0,1 0 0,0 0 0,-1-1 0,1 1 0,-1 0 0,1 0 0,-1 0 0,1 0 0,-1 0 0,1 0 0,-1 0 0,0 1 0,0-1 0,0 0 0,0 1 0,0-1 0,0 1 0,0-1 0,1 1 0,-1-1 0,0 1 0,0-1 0,-1 2 0,0 1 0,-1 0 0,1 0 0,0 0 0,0 0 0,-2 5 0,2-3-72,0 0 1,1 1-1,-1-1 0,1 0 0,0 0 0,1 1 0,0-1 0,-1 1 1,2-1-1,-1 0 0,1 1 0,-1-1 0,2 0 0,-1 0 0,0 1 1,1-1-1,0 0 0,4 6 0,5 9-6754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2:52.9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90 24575,'0'36'-2285,"-1"-11"2905,3 32 1,-2-50-517,1 0 1,1-1-1,-1 0 1,1 1-1,0-1 0,0 0 1,1 0-1,0 0 1,6 10-1,-9-15-104,1 0 0,0 0 0,0 0 0,-1 0 0,1 0 0,0 0 0,0 0 0,0-1 0,0 1 0,0 0 0,0-1 0,0 1 0,0-1 0,0 1 0,0-1 0,0 1 0,2-1 0,-2 0 0,-1 0 0,1 0 0,0 0 0,-1 0 0,1-1 0,0 1 0,-1 0 0,1 0 0,-1-1 0,1 1 0,-1-1 0,1 1 0,-1 0 0,1-1 0,-1 1 0,1-1 0,-1 1 0,1-1 0,-1 1 0,0-1 0,1 0 0,-1 1 0,0-1 0,0 1 0,1-1 0,-1 0 0,0 1 0,0-1 0,0 0 0,0 1 0,0-1 0,0 0 0,3-18 0,-2 1 0,0-1 0,-3-30 0,1 26 0,2-40 0,-1 59 5,1 1 0,-1-1 0,1 0 0,0 1 0,1-1 0,-1 1 0,1 0 0,-1-1 0,1 1 0,0 0 0,0 0 0,0 0 0,1 0 0,-1 0 0,1 0 0,-1 1 0,1-1 0,0 1 0,0 0 0,0 0 0,1 0 0,-1 0 0,4-1 0,2-1-191,0 1 1,0 1-1,1-1 0,-1 1 1,1 1-1,-1 0 1,17 0-1,-8 2-6640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10.4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0 124 24575,'69'0'0,"82"1"0,-2 13 0,-99-6 0,-2 1 0,92 5 0,-128-14 0,-1 2 0,1 0 0,17 5 0,-20-5 0,0 0 0,0 0 0,0 0 0,0-1 0,17 0 0,-26-1 0,1 0 0,-1 0 0,1 0 0,-1 0 0,0 0 0,1-1 0,-1 1 0,1 0 0,-1 0 0,0 0 0,1 0 0,-1 0 0,0 0 0,1-1 0,-1 1 0,1 0 0,-1 0 0,0-1 0,0 1 0,1 0 0,-1-1 0,0 1 0,0 0 0,1 0 0,-1-1 0,0 1 0,0-1 0,0 1 0,1 0 0,-1-1 0,0 1 0,0 0 0,0-1 0,0 1 0,0-1 0,0 1 0,0 0 0,0-1 0,0 1 0,0-1 0,0 1 0,0 0 0,0-1 0,0 1 0,0-1 0,-1-2 0,0 0 0,-1 0 0,1 1 0,-3-6 0,3 7 0,-9-12 0,0 0 0,-1 0 0,0 1 0,-15-12 0,-21-24 0,43 43 0,-1 0 0,1 0 0,-1 0 0,1 0 0,-7-4 0,11 9 0,0 0 0,0 0 0,0 0 0,0 0 0,0 0 0,0 0 0,0 0 0,0 0 0,-1 0 0,1 0 0,0 1 0,0-1 0,0 0 0,0 0 0,0 0 0,0 0 0,0 0 0,0 0 0,0 0 0,0 0 0,0 0 0,0 0 0,0 0 0,0 0 0,0 0 0,0 0 0,0 0 0,0 0 0,0 0 0,0 0 0,0 0 0,0 0 0,-1 0 0,1 0 0,0 0 0,0 0 0,0 0 0,0 0 0,0 0 0,0 0 0,0 0 0,0 0 0,0 0 0,0 0 0,0 0 0,0 0 0,0 0 0,0 0 0,0 0 0,0 0 0,0 0 0,3 5 0,8 6 0,0-1 0,1 0 0,12 8 0,41 22 0,-47-29 0,-1-1 0,70 45 0,-73-45 0,-1 1 0,0 0 0,-1 0 0,11 14 0,-22-24-13,2 3 25,0-1 1,0 1 0,-1 0-1,5 7 1,-7-10-35,0 0 0,1 0 0,-1 1 0,0-1 0,1 0-1,-1 0 1,0 0 0,0 0 0,0 0 0,0 0 0,0 0 0,0 0 0,0 0 0,0 0 0,-1 0 0,1 0 0,0 0 0,-1 0 0,1 0 0,0 0 0,-1 0-1,0 0 1,1 0 0,-1 0 0,1 0 0,-2 1 0,-5 3-636,0 1 1,0-1-1,0-1 0,0 1 0,-1-1 0,0 0 1,-12 3-1,-8 5-318,5-1 917,0 0 362,-32 19-1,41-19 1102,4 1-4761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18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822 127 24575,'-2'0'0,"-1"0"0,0 1 0,0 0 0,1-1 0,-1 1 0,0 0 0,1 0 0,-1 1 0,0-1 0,1 0 0,-4 4 0,-27 23 0,24-20 0,-83 81 0,29-32 0,-113 95 0,153-132 0,0 0 0,1 2 0,2 1 0,0 0 0,2 1 0,-30 51 0,-70 171 0,108-224 0,-8 20 0,-59 155 0,72-180 0,1 0 0,1 0 0,1 0 0,0 20 0,4 71 0,0-74 0,0-7 0,1 0 0,1 0 0,1-1 0,2 1 0,1-1 0,21 49 0,-13-42 0,32 50 0,-36-65 0,1-1 0,1-1 0,0 0 0,20 16 0,-27-27 0,-1 0 0,14 6 0,5 4 0,93 56 0,-77-48 0,-19-12 0,0-1 0,1 0 0,36 9 0,74 12 0,-84-21 0,-15-4 0,56 2 0,34-6 0,-76-2 0,-4 0-40,221-3 129,0-21-864,125-56 609,-314 61 133,-1-4 0,116-53 0,-9-3 596,-31 14-135,-143 62-428,0-1 0,0 0 0,-1-1 0,1 1 0,-1-2 0,0 1 0,0-1 0,-1 0 0,11-13 0,35-53 0,-44 60 0,-2 0 0,0-1 0,0 1 0,5-20 0,-3 4 0,2-3 0,-2-1 0,5-36 0,-12 58 0,-1 1 0,0 0 0,-1-1 0,0 1 0,-1 0 0,1 0 0,-2 0 0,1 0 0,-1 0 0,-6-10 0,-4-8 0,-31-44 0,31 52 0,-24-34 0,-3 2 0,-2 1 0,-61-55 0,40 51 0,-3-3 0,-110-95 0,-9 12 0,2 24 0,-9 17 0,11 17 0,56 27 0,31 14 0,-142-40 0,218 76 0,0 2 0,0 0 0,-1 0 0,1 2 0,-1 0 0,0 2 0,-20 2 0,4 2 0,0 2 0,-58 19 0,86-24 24,0 1 0,0 0 0,1 0 0,-7 5 0,11-7-102,0 0 0,0 0 0,1 0-1,-1 0 1,1 1 0,-1-1 0,1 1 0,0-1 0,-1 1-1,1 0 1,0-1 0,0 1 0,0 0 0,0 0 0,1 0-1,-1 0 1,0 0 0,0 3 0,2 5-6748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20.2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24575,'1'22'0,"2"1"0,0-1 0,1 1 0,12 31 0,-5-13 0,-5-13 0,-2-13 0,6 21 0,-10-36 0,0 0 0,0 1 0,1-1 0,-1 1 0,0-1 0,0 1 0,0-1 0,0 1 0,0-1 0,1 0 0,-1 1 0,0-1 0,0 1 0,1-1 0,-1 0 0,0 1 0,1-1 0,-1 0 0,0 0 0,1 1 0,-1-1 0,1 0 0,-1 0 0,0 1 0,1-1 0,-1 0 0,1 0 0,-1 0 0,1 0 0,-1 0 0,1 1 0,-1-1 0,0 0 0,1 0 0,-1 0 0,1 0 0,-1 0 0,1-1 0,-1 1 0,1 0 0,-1 0 0,1 0 0,-1 0 0,0 0 0,1-1 0,-1 1 0,1 0 0,-1 0 0,0-1 0,1 1 0,-1 0 0,0 0 0,1-1 0,-1 1 0,0-1 0,1 1 0,-1-1 0,4-3 0,-1 0 0,0-1 0,4-7 0,-6 11 0,10-20 0,2 0 0,0 1 0,1 1 0,28-29 0,-34 40 0,-2 0 0,1 1 0,1 1 0,14-11 0,-21 16 0,1 0 0,0 0 0,-1 0 0,1 0 0,0 0 0,-1 0 0,1 1 0,0-1 0,0 1 0,0 0 0,-1-1 0,1 1 0,0 0 0,0 0 0,0 0 0,0 0 0,0 0 0,0 1 0,-1-1 0,1 0 0,0 1 0,0-1 0,-1 1 0,1 0 0,0 0 0,2 1 0,0 1 0,0 1 0,0 0 0,0 0 0,-1 0 0,1 0 0,-1 1 0,4 6 0,17 37 0,-18-35 0,11 23 0,2-1 0,26 37 0,-43-68 0,0-1 0,1 0 0,-1-1 0,1 1 0,0 0 0,3 2 0,-5-4 0,0-1 0,0 1 0,0-1 0,0 1 0,0-1 0,0 1 0,0-1 0,0 0 0,0 0 0,0 1 0,0-1 0,0 0 0,0 0 0,1 0 0,-1 0 0,0 0 0,0 0 0,0-1 0,0 1 0,0 0 0,0 0 0,0-1 0,0 1 0,0-1 0,2 0 0,0-2 0,0 1 0,0 0 0,-1-1 0,1 1 0,-1-1 0,1 0 0,-1 0 0,0 0 0,3-6 0,13-33 0,-11 26 0,-2 4 0,-2 2 0,2 0 0,-1 0 0,1 0 0,1 1 0,8-13 0,-13 21 0,1-1 0,-1 1 0,1-1 0,-1 1 0,1-1 0,0 1 0,-1 0 0,1 0 0,0 0 0,0 0 0,0 0 0,0 0 0,0 0 0,0 1 0,0-1 0,0 1 0,0-1 0,0 1 0,0 0 0,0 0 0,1 0 0,-1 0 0,0 0 0,0 0 0,0 1 0,0-1 0,0 1 0,0-1 0,0 1 0,0 0 0,0 0 0,0 0 0,3 2 0,2 1 0,0 1 0,0 1 0,-1-1 0,0 1 0,0 0 0,0 0 0,8 13 0,30 55 0,-28-46 0,53 104 0,-68-130 11,0 0-1,0 0 0,1 0 1,-1 0-1,1 0 0,-1-1 1,1 1-1,-1 0 0,1-1 1,2 2-1,-3-2-69,0-1 0,0 0-1,0 1 1,0-1 0,0 0 0,0 0 0,0 0 0,0 0-1,0 0 1,0 0 0,0 0 0,0 0 0,0 0 0,0 0 0,0 0-1,0 0 1,-1-1 0,1 1 0,0 0 0,0-1 0,0 1-1,0-1 1,0 1 0,1-2 0,13-10-6767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20.8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24575,'0'0'0,"-1"1"0,1-1 0,-1 0 0,1 0 0,-1 1 0,1-1 0,-1 0 0,1 1 0,-1-1 0,1 0 0,-1 1 0,1-1 0,-1 1 0,1-1 0,0 1 0,-1-1 0,1 1 0,0-1 0,0 1 0,-1-1 0,1 1 0,0-1 0,0 1 0,0 0 0,0-1 0,-1 1 0,1-1 0,0 2 0,-2 19 0,2-17 0,-3 246 0,5-142 0,-3-57 0,4 96 0,-1-117 0,2 1 0,13 53 0,-13-67-67,-1-4-582,8 18 0,-6-19-6177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24.1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 61 24575,'1'0'0,"-1"0"0,0 0 0,1 0 0,-1 0 0,0 0 0,1 0 0,-1 0 0,0 0 0,0 0 0,1-1 0,-1 1 0,0 0 0,1 0 0,-1 0 0,0 0 0,0 0 0,1 0 0,-1-1 0,0 1 0,0 0 0,1 0 0,-1 0 0,0-1 0,0 1 0,0 0 0,0 0 0,1-1 0,-1 1 0,0 0 0,0 0 0,0-1 0,0 0 0,0 0 0,0 0 0,0 1 0,0-1 0,0 0 0,0 0 0,0 0 0,0 0 0,0 1 0,-1-1 0,1-1 0,-2-1 0,1 0 0,0 1 0,-1-1 0,0 1 0,-3-5 0,4 6 0,0 0 0,-1 0 0,1 0 0,-1-1 0,1 2 0,-1-1 0,0 0 0,0 0 0,1 0 0,-1 1 0,-3-2 0,4 2 0,0 0 0,0 0 0,1 0 0,-1 0 0,0 0 0,0 0 0,0 0 0,1 1 0,-1-1 0,0 0 0,0 0 0,1 1 0,-1-1 0,0 0 0,0 1 0,1-1 0,-1 1 0,0-1 0,1 1 0,-1-1 0,1 1 0,-1-1 0,0 1 0,1-1 0,0 1 0,-1 0 0,1-1 0,-1 1 0,1 0 0,-1 1 0,-1 4 0,0 1 0,0 0 0,0 0 0,1 0 0,0 0 0,1 0 0,0 14 0,1-3 0,7 34 0,-6-44 0,0 1 0,1 0 0,0-1 0,0 0 0,1 1 0,0-1 0,1-1 0,0 1 0,11 13 0,-3-7 0,1-1 0,0 0 0,28 19 0,-6-8 0,71 37 0,-89-52 0,1-1 0,1-1 0,-1-1 0,1-1 0,0-1 0,25 3 0,-39-7 0,17 3 0,-1-2 0,40-3 0,-56 2 0,1-1 0,-1 0 0,0-1 0,0 0 0,0 0 0,0 0 0,0 0 0,-1-1 0,1 0 0,-1 0 0,1-1 0,-1 1 0,0-1 0,8-8 0,-8 5 0,0 1 0,0-1 0,-1 0 0,0 0 0,0-1 0,-1 1 0,0-1 0,0 0 0,-1 0 0,0 0 0,0 0 0,0-10 0,0 20 0,-1 1 0,1-1 0,0 0 0,-1 1 0,4 2 0,-5-5 0,6 5 0,-1 0 0,1-1 0,0 0 0,0 0 0,0 0 0,1 0 0,-1-1 0,1 0 0,13 3 0,-2-1 0,0-1 0,31 3 0,-25-5 0,-1 0 0,1-2 0,-1 0 0,39-7 0,-57 6 0,0-1 0,0 1 0,0-1 0,0 0 0,0 0 0,0-1 0,0 1 0,-1-1 0,1 0 0,-1 0 0,0-1 0,0 1 0,0-1 0,5-6 0,-5 4 0,-1 1 0,0 0 0,0-1 0,0 0 0,-1 1 0,1-1 0,-1 0 0,-1 0 0,1-1 0,-1 1 0,0 0 0,0-7 0,-1 1 0,0-1 0,0 0 0,-2 1 0,1-1 0,-2 1 0,1 0 0,-2 0 0,-5-15 0,6 20 0,-1 0 0,1 0 0,-1 0 0,-1 0 0,0 0 0,0 1 0,0 0 0,0 0 0,-1 1 0,0-1 0,0 1 0,-1 0 0,1 1 0,-9-5 0,1 3 0,0 0 0,0 1 0,-1 1 0,0 0 0,0 1 0,-21-2 0,-94 0 0,127 5 0,-14 0 0,0 1 0,1 1 0,-1 0 0,-27 8 0,37-8 0,0 0 0,0 1 0,1 0 0,-1 0 0,1 0 0,-1 1 0,1 0 0,1 1 0,-1-1 0,0 1 0,1 0 0,0 0 0,-6 8 0,8-7 0,0-1 0,1 1 0,-1-1 0,1 1 0,0 0 0,0 0 0,1 0 0,0 0 0,0 0 0,0 0 0,1 0 0,0 1 0,0-1 0,1 0 0,-1 0 0,1 0 0,1 0 0,-1 0 0,1 0 0,0 0 0,0 0 0,1-1 0,0 1 0,0-1 0,0 0 0,5 6 0,1-1 0,1-2 0,0 1 0,0-1 0,19 11 0,51 22 0,-68-35 0,43 18-682,87 26-1,-104-38-6143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25.01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 24575,'0'12'0,"3"84"0,-2-84 0,1 0 0,0-1 0,1 1 0,1 0 0,8 20 0,-11-30 0,0 0 0,0 0 0,0 0 0,0 0 0,1 0 0,-1 0 0,1 0 0,-1 0 0,3 1 0,-4-3 0,0 0 0,0 0 0,1 0 0,-1 1 0,0-1 0,0 0 0,1 0 0,-1 0 0,0 0 0,0 0 0,1 0 0,-1 0 0,0 0 0,0 0 0,1 0 0,-1 0 0,0 0 0,0 0 0,1 0 0,-1 0 0,0 0 0,0 0 0,0 0 0,1 0 0,-1-1 0,0 1 0,0 0 0,1 0 0,-1 0 0,0-1 0,1 0 0,0 0 0,0 0 0,-1 0 0,1 0 0,-1 0 0,1 0 0,-1 0 0,1 0 0,-1-1 0,0-1 0,28-102 0,-23 89 0,1 0 0,1 1 0,0 0 0,15-23 0,-19 34 0,0 0 0,-1 1 0,1-1 0,1 1 0,-1 0 0,0 0 0,1 0 0,0 1 0,0-1 0,5-2 0,-6 4 0,-1 0 0,1 0 0,-1 0 0,1 1 0,0-1 0,0 1 0,-1-1 0,1 1 0,0 0 0,0 0 0,-1 1 0,1-1 0,0 0 0,0 1 0,-1 0 0,1-1 0,0 1 0,2 2 0,3 1 0,0 1 0,0 0 0,-1 0 0,0 0 0,12 12 0,29 38 0,-18-20 0,-5-9 0,-4-4 0,-1 0 0,-1 1 0,-1 1 0,15 26 0,-31-46-73,2 3-358,0 0 1,7 9-1,-1-4-6395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26.03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127 0 24575,'-6'0'0,"0"0"0,0 1 0,1-1 0,-1 1 0,0 0 0,1 1 0,-1-1 0,-5 3 0,8-2 0,1-1 0,-1 1 0,0 0 0,1-1 0,0 1 0,-1 0 0,1 0 0,0 1 0,0-1 0,0 0 0,0 1 0,0 0 0,1-1 0,-1 1 0,1 0 0,-2 5 0,0-1 0,-5 17 0,-9 38 0,15-53 0,1-1 0,0 1 0,1-1 0,0 1 0,0 0 0,1-1 0,0 1 0,4 12 0,-4-16 0,4 13 0,11 27 0,-14-39 0,1-1 0,0 1 0,1-1 0,-1 1 0,1-1 0,0 0 0,0-1 0,7 7 0,12 8 0,-9-8 0,-1 0 0,0 1 0,-1 1 0,13 15 0,-12-10 0,-3-5 0,10 18 0,-17-26 0,0 0 0,-1 1 0,0-1 0,0 1 0,-1-1 0,1 1 0,0 8 0,-1-8 15,-1 0 0,0 1 0,0-1 0,-1 0 0,1 1 0,-2-1 0,-2 11 0,3-13-129,-1 0 0,0 0-1,0 0 1,0-1 0,0 1 0,0-1-1,-1 1 1,0-1 0,1 0 0,-1 0-1,0 0 1,-6 4 0,-7 3-6712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27.7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24575,'2'0'0,"1"1"0,-1-1 0,0 1 0,0-1 0,1 1 0,-1 0 0,0 0 0,0 0 0,0 0 0,0 0 0,0 0 0,0 0 0,0 1 0,0-1 0,2 4 0,3 2 0,0 1 0,7 11 0,-12-16 0,49 78 0,4 6 0,-18-38 0,1-2 0,80 75 0,-110-115 0,0 0 0,0 0 0,1-1 0,0 0 0,0-1 0,0 0 0,17 7 0,-25-12 0,1 1 0,0-1 0,0 1 0,0-1 0,-1 0 0,1 0 0,0 0 0,0 0 0,0 0 0,0 0 0,-1-1 0,1 1 0,0 0 0,0-1 0,-1 1 0,1-1 0,0 0 0,-1 0 0,1 0 0,0 0 0,-1 0 0,1 0 0,-1 0 0,0 0 0,1 0 0,-1-1 0,0 1 0,0 0 0,0-1 0,2-1 0,1-5 0,0 0 0,-1 0 0,1-1 0,3-16 0,-5 17 0,21-69-1148,-7 29-731,-3-1 1,11-77-1,-23 97 1879,1 47 114,0 0 0,1-1 0,1 1-1,1-1 1,9 22 0,2-1-182,25 44-1,-26-57-61,1-1 0,1 0 0,1-1 0,0-1 0,44 38 0,-45-47-1043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29.51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89 24575,'1'13'0,"0"0"0,1-1 0,0 1 0,1 0 0,0-1 0,8 18 0,35 68 0,-42-91 0,70 118 0,-68-116 0,-6-9 0,0 0 0,0 0 0,0 0 0,0 0 0,0 0 0,0 1 0,0-1 0,0 0 0,0 0 0,0 0 0,1 0 0,-1 0 0,0 0 0,0 0 0,0 0 0,0 0 0,0 0 0,0 0 0,0 0 0,0 0 0,1 0 0,-1 0 0,0 0 0,0 0 0,0 0 0,0 0 0,0 0 0,0 0 0,0 0 0,1 0 0,-1 0 0,0 0 0,0 0 0,0 0 0,0 0 0,0 0 0,0 0 0,0-1 0,0 1 0,1-1 0,0-1 0,-1 1 0,1-1 0,-1 0 0,0 1 0,1-1 0,-1 0 0,0 1 0,0-3 0,10-111 0,-7 101 0,0-1 0,1 1 0,0-1 0,1 1 0,14-25 0,-18 36 0,1 1 0,-1-1 0,1 1 0,0-1 0,0 1 0,1 0 0,-1 0 0,0 0 0,1 0 0,-1 0 0,1 0 0,-1 1 0,1-1 0,0 1 0,0-1 0,0 1 0,0 0 0,0 1 0,0-1 0,0 0 0,0 1 0,0 0 0,0-1 0,0 1 0,0 0 0,0 1 0,0-1 0,5 1 0,-2 1 0,1 0 0,-1 0 0,0 0 0,0 1 0,0 0 0,0 0 0,0 0 0,-1 1 0,0 0 0,1 0 0,-1 0 0,6 7 0,-2 0 0,-1 1 0,-1 0 0,1 0 0,6 19 0,-7-16 0,1-1 0,13 20 0,-20-32 0,1 0 0,-1 0 0,1-1 0,-1 1 0,1-1 0,0 1 0,0-1 0,0 0 0,2 2 0,-3-3 0,0 1 0,-1-1 0,1 0 0,0 0 0,0 1 0,-1-1 0,1 0 0,0 0 0,0 0 0,0 0 0,-1 0 0,1 0 0,0 0 0,0-1 0,0 1 0,-1 0 0,1 0 0,0-1 0,0 1 0,-1 0 0,1-1 0,0 1 0,-1 0 0,1-1 0,0 1 0,-1-1 0,1 1 0,0-2 0,5-5 0,0-1 0,-1 0 0,1 0 0,5-13 0,-7 12 0,0 0 0,1 1 0,0 0 0,12-14 0,-12 17 0,-1 1 0,1 0 0,0 0 0,1 0 0,-1 1 0,0-1 0,1 1 0,0 1 0,0-1 0,0 1 0,0 0 0,0 0 0,0 1 0,0-1 0,1 2 0,-1-1 0,0 1 0,1 0 0,6 0 0,-10 1 0,0-1 0,0 1 0,0 0 0,0 0 0,0 0 0,-1 0 0,1 0 0,0 1 0,-1-1 0,1 1 0,-1 0 0,1 0 0,-1 0 0,0 0 0,0 0 0,4 5 0,1 3 0,0 1 0,10 20 0,-7-11 0,-1-4 0,16 23 0,-20-33 0,0 0 0,0-1 0,0 0 0,1 0 0,-1 0 0,12 6 0,-9-6 0,-3-1 0,1 0 0,0-1 0,0 0 0,1 0 0,-1 0 0,13 2 0,1-1 0,18 0 0,-30-4 0,-1 0 0,0 0 0,0-1 0,0 0 0,1 0 0,6-2 0,-10 1 0,0 0 0,0 0 0,-1 0 0,1-1 0,-1 1 0,1-1 0,-1 0 0,0 0 0,0 0 0,0 0 0,-1-1 0,1 1 0,-1-1 0,3-5 0,1-3 0,0 0 0,-1 1 0,5-22 0,-7 21 0,0-1 0,-1 0 0,-1-1 0,0 1 0,-1 0 0,-3-24 0,-3 0 0,-11-39 0,9 47 0,7 25 0,0 0 0,0-1 0,0 1 0,-1 0 0,0 1 0,0-1 0,0 0 0,-3-4 0,3 7 0,1-1 0,-1 1 0,1-1 0,-1 1 0,0 0 0,1-1 0,-1 1 0,0 0 0,0 0 0,0 0 0,0 1 0,0-1 0,0 0 0,0 1 0,0-1 0,0 1 0,0 0 0,-4 0 0,2 0 0,1 0 0,0 0 0,-1 0 0,1 1 0,0 0 0,-1-1 0,1 1 0,0 1 0,0-1 0,0 0 0,0 1 0,0-1 0,0 1 0,-5 4 0,4-2 0,1-1 0,0 1 0,-1 0 0,1 0 0,1 0 0,-1 0 0,1 1 0,0-1 0,-3 7 0,1 1 0,1 1 0,0-1 0,1 1 0,0 0 0,1 0 0,1 25 0,1-29 0,1 1 0,-1 0 0,2 0 0,-1-1 0,2 0 0,-1 1 0,1-1 0,0 0 0,1-1 0,0 1 0,1-1 0,-1 0 0,12 12 0,-6-9 0,0 0 0,1-1 0,0 0 0,0-1 0,1 0 0,0-1 0,28 12 0,-37-18-72,0 0 1,1-1-1,-1 1 0,0-1 0,0 0 0,0 0 0,1-1 0,-1 1 1,1-1-1,-1 0 0,0 0 0,1 0 0,-1-1 0,0 0 0,1 0 1,-1 0-1,0 0 0,6-3 0,9-6-6754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30.3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24575,'0'14'0,"2"1"0,0-1 0,0 1 0,2-1 0,0 0 0,0 0 0,14 27 0,3-1 0,32 46 0,-17-30 0,150 214 0,-158-237 0,-27-32 0,0 0 0,0 0 0,0-1 0,-1 1 0,1 0 0,0-1 0,0 1 0,0 0 0,0-1 0,0 1 0,0-1 0,1 1 0,-1-1 0,0 0 0,1 1 0,-1-1 0,-1 0 0,1-1 0,-1 1 0,1 0 0,-1 0 0,1 0 0,-1 0 0,1-1 0,-1 1 0,1 0 0,-1 0 0,0-1 0,1 1 0,-1 0 0,1-1 0,-1 1 0,0 0 0,1-1 0,-1 1 0,0-1 0,1 1 0,-1 0 0,0-2 0,2-1 0,-1 0 0,0 0 0,0-1 0,-1 1 0,1-1 0,-1 1 0,1-8 0,-2-8 0,-1-1 0,-1 1 0,-1 0 0,-7-23 0,3 10 0,-34-163 0,41 191 0,0 1 0,0-1 0,1 1 0,-1-1 0,1 0 0,0-6 0,0 9 0,1 0 0,-1 0 0,0 0 0,0 0 0,1 0 0,-1 1 0,1-1 0,-1 0 0,1 0 0,-1 0 0,1 1 0,-1-1 0,1 0 0,0 0 0,-1 1 0,1-1 0,0 1 0,-1-1 0,1 1 0,0-1 0,0 1 0,0-1 0,0 1 0,-1 0 0,1-1 0,0 1 0,0 0 0,1-1 0,13 0 0,0-1 0,0 2 0,0 0 0,19 2 0,0 0 0,-6-1-1365,-4 0-5461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32.5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4982 501 24575,'-5'-5'0,"0"1"0,0 0 0,0 0 0,-1 1 0,0-1 0,0 1 0,-7-2 0,-45-14 0,44 15 0,-152-29 0,73 16 0,-643-104-2736,492 84 2407,-166-22 284,-2 18 55,2 28-390,-3 16 2864,376-3-1937,-254 15-98,-18 23-449,-13-20 0,146-12 0,-81 26 0,2-1 0,31-26 0,189 0 0,29-3 0,1-1 0,-1 0 0,1 0 0,0-1 0,-1 0 0,-10 0 0,15-1 0,0 1 0,0 0 0,1 0 0,-1-1 0,0 1 0,0 0 0,1-1 0,-1 1 0,0-1 0,0 1 0,1-1 0,-1 1 0,1-1 0,-1 1 0,1-1 0,-1 0 0,1 1 0,-1-1 0,1 0 0,-1 1 0,1-1 0,0 0 0,-1 0 0,1 1 0,0-1 0,0 0 0,-1 0 0,1 0 0,0 1 0,0-1 0,0 0 0,0 0 0,0 0 0,0 0 0,0 1 0,1-1 0,-1 0 0,0 0 0,1 0 0,0-5 0,1 0 0,0 1 0,0-1 0,3-4 0,84-170 0,-84 170 0,6-18 0,-10 23 0,-4 7 0,-6 10 0,-2 8 0,2 1 0,-11 32 0,13-31 0,-38 117 0,41-126 0,0 0 0,0 1 0,2-1 0,0 1 0,-1 17 0,3-25 0,0 0 0,1 0 0,-1 0 0,1 0 0,0 0 0,1-1 0,0 1 0,0-1 0,0 1 0,0-1 0,1 1 0,0-1 0,0 0 0,6 7 0,-1-2 51,1-1 0,-1 0 0,17 12 0,-19-17-438,0-1 0,0 1 1,0-1-1,0 0 0,0-1 1,1 0-1,-1 0 0,11 2 1,185 24-3805,2-17 9555,-175-11-11452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34.2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24575,'1'2'0,"-1"1"0,1-1 0,-1 1 0,1-1 0,0 1 0,0-1 0,0 0 0,0 1 0,1-1 0,-1 0 0,0 0 0,1 0 0,0 0 0,-1 0 0,4 2 0,4 4 0,19 14 0,-11-10 0,1-2 0,0 0 0,20 8 0,67 19 0,33 2-500,58 3-1499,34 1 953,32-1-1194,662 58-2015,84-69 1789,179-38 1719,-1012 3 935,-151 3-12,143-11 1327,-162 11-1239,1 1 60,-1-1 1,0 0-1,1-1 1,8-3 0,-13 5-275,1-1 0,-1 0-1,0 0 1,0 0 0,0 0 0,1 0 0,-1 0 0,0 0 0,0 0 0,0 0 0,0 0 0,-1-1-1,1 1 1,0 0 0,0-1 0,-1 1 0,1 0 0,-1-1 0,1 1 0,-1-4 0,1 4 232,-1-1 1,1 0-1,-1 1 1,1-1 0,-1 1-1,1-1 1,0 0-1,0 1 1,0 0-1,0-1 1,0 1-1,0 0 1,0-1 0,2 0-1,2-2 290,-1 1 0,1 0 0,6-3 0,-8 5-387,40-19 674,49-15-1,19-9-835,-99 39-23,-1-1 0,17-12 0,-25 17 0,-1-1 0,1 0 0,-1 0 0,0 0 0,0 0 0,0 0 0,0-1 0,0 1 0,0-1 0,0 1 0,-1-1 0,0 0 0,1 0 0,-1 1 0,0-1 0,1-4 0,-2 5 0,0 0 0,0 0 0,0 1 0,0-1 0,-1 0 0,1 0 0,-1 0 0,1 1 0,-1-1 0,1 0 0,-1 0 0,0 1 0,0-1 0,0 1 0,0-1 0,0 1 0,0-1 0,0 1 0,-1-1 0,1 1 0,0 0 0,-1 0 0,1 0 0,-3-2 0,-4-1 0,0 0 0,0 0 0,-14-5 0,-55-16 0,-37-15 0,94 30 0,15 4 0,7 3 0,11 0 0,4 3 0,1 2 0,-1-1 0,32 9 0,-23-5 0,197 30 0,-210-33 0,-1 0 0,1 1 0,0 0 0,21 10 0,-28-10 0,0 0 0,0 0 0,0 1 0,-1 0 0,1 0 0,-1 0 0,0 0 0,-1 1 0,1 0 0,7 11 0,-10-13 0,0 0 0,0 0 0,-1 1 0,1-1 0,-1 1 0,0-1 0,0 1 0,0 0 0,-1-1 0,1 1 0,-1 0 0,0-1 0,0 1 0,0 0 0,0 0 0,-1-1 0,0 1 0,-1 3 0,0 1 0,-1 0 0,-1-1 0,1 1 0,-1-1 0,0 0 0,-1 0 0,-5 6 0,-21 31 97,15-20-1559,7-12-5364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35.3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62 24575,'15'35'0,"-6"-11"0,-2-8 0,1-1 0,1 0 0,15 20 0,36 39 0,-54-68 0,-2-1 0,-1-1 0,1-1 0,8 7 0,-11-9 0,0-1 0,0 1 0,-1-1 0,1 1 0,0-1 0,0 0 0,0 1 0,0-1 0,0 0 0,0 0 0,0 1 0,-1-1 0,2 0 0,-1 0 0,0-1 0,-1 1 0,1 0 0,-1 0 0,1 0 0,-1 0 0,1-1 0,-1 1 0,0 0 0,1-1 0,-1 1 0,1 0 0,-1-1 0,1 1 0,-1-1 0,0 1 0,1 0 0,-1-1 0,0 1 0,0-1 0,1 1 0,-1-1 0,0 1 0,0-2 0,3-6 0,-1-1 0,-1 1 0,1-1 0,-2 0 0,1 0 0,-2-11 0,2-12 0,-1 23 0,1-1 0,1 1 0,0-1 0,0 1 0,0 0 0,1 0 0,7-15 0,-6 18 0,-1 0 0,1 1 0,0-1 0,1 1 0,-1 0 0,1 0 0,0 0 0,0 1 0,1 0 0,-1 0 0,10-5 0,3 1 0,0 0 0,0 2 0,1 0 0,21-4 0,-35 9-91,-1 0 0,0 0 0,0 1 0,1 0 0,-1-1 0,0 1 0,1 1 0,-1-1 0,0 1 0,0 0 0,0-1 0,1 2 0,-1-1 0,5 3 0,9 6-6735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36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0 133 24575,'14'1'0,"-1"0"0,1 1 0,-1 1 0,22 7 0,18 4 0,-42-11 0,0-2 0,0 0 0,0 0 0,0-1 0,0 0 0,17-3 0,-22 2 0,1-1 0,0 0 0,-1 0 0,1-1 0,-1 0 0,1 0 0,-1 0 0,0-1 0,-1 0 0,1 0 0,7-7 0,-9 7 0,0 0 0,0-1 0,0 1 0,-1-1 0,0 1 0,0-1 0,0 0 0,3-10 0,-5 13 0,0-1 0,-1 1 0,1 0 0,-1 0 0,1 0 0,-1-1 0,0 1 0,0 0 0,0-1 0,0 1 0,-1 0 0,1 0 0,0-1 0,-1 1 0,0 0 0,1 0 0,-1 0 0,0 0 0,0 0 0,0 0 0,-1 0 0,1 0 0,0 0 0,-1 0 0,-1-1 0,1 1 0,0 0 0,-1 1 0,1-1 0,-1 1 0,1 0 0,-1 0 0,0-1 0,0 2 0,1-1 0,-1 0 0,0 1 0,-4-1 0,-6 0 0,-19 0 0,19 1 0,-15 0 0,-28 4 0,45-3 0,1 1 0,-1 1 0,1 0 0,-1 0 0,-15 8 0,23-10 10,0 1 1,0-1-1,0 1 0,1 0 0,-1 0 1,1 1-1,-1-1 0,1 0 0,0 1 1,0-1-1,0 1 0,0 0 0,0-1 0,1 1 1,-1 0-1,1 0 0,0 0 0,0 0 1,0 1-1,0-1 0,0 0 0,1 0 1,0 1-1,-1-1 0,1 0 0,0 0 0,1 5 1,0-1-285,0-1 0,1 1-1,-1 0 1,2-1 0,-1 1 0,0-1 0,1 0 0,1 0 0,-1 0 0,1 0 0,0-1 0,6 8 0,-3-6-123,1 1 0,0-2 0,1 1 0,0-1 0,0 0 0,0-1 0,0 0 0,1-1 0,18 7 0,-9-6 880,0 0-1,1-2 0,-1 0 1,29 1-1,-25-4-3839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37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213 31 24575,'0'-1'0,"0"0"0,0 0 0,-1-1 0,1 1 0,0 0 0,-1 0 0,1 1 0,-1-1 0,1 0 0,-1 0 0,0 0 0,1 0 0,-1 0 0,0 1 0,1-1 0,-1 0 0,0 0 0,0 1 0,0-1 0,0 1 0,0-1 0,0 1 0,0-1 0,0 1 0,0-1 0,-1 1 0,-3-2 0,0 1 0,0 0 0,-10-2 0,14 3-1,-11-1-855,-1 0 1,0 0-1,-19 3 0,28-2 669,0 1 0,1 0 1,-1 0-1,1 0 0,-1 0 1,1 0-1,0 1 1,-1 0-1,1-1 0,0 1 1,0 0-1,0 1 0,0-1 1,1 0-1,-1 1 1,1 0-1,-3 3 0,0 1 187,1 1 0,0 0 0,0 0 0,0 0 0,1 1 0,1-1 0,0 1 0,0 0 0,-2 17 0,4-25 53,0 1 0,0-1 0,0 1 0,1-1 0,-1 1 0,0-1 0,1 1 0,-1-1 0,1 1 0,-1-1 0,1 1 0,-1-1 0,1 0 0,0 0 0,0 1 0,0-1 0,0 0 0,0 0 0,2 2 0,-1-2 142,-1 1-1,1-1 0,1 0 1,-1 0-1,0 0 0,0-1 1,0 1-1,0 0 0,1-1 1,-1 0-1,4 1 0,1-1 230,0 0 0,-1-1 0,1 1 0,0-1 0,-1-1 0,1 1 0,10-5 0,-11 3-424,0 0 0,0 0 0,-1-1 0,1 1 0,-1-1 0,0-1 0,-1 1 0,9-10 0,-1-1 0,15-28 0,-12 19 0,-14 23 0,-1-1 0,1 1 0,0 0 0,0-1 0,0 1 0,0 0 0,0 0 0,0 0 0,0 0 0,1 0 0,-1 0 0,2-1 0,-3 2 0,1 0 0,-1 0 0,1 0 0,-1-1 0,0 1 0,1 0 0,-1 1 0,0-1 0,1 0 0,-1 0 0,0 0 0,1 0 0,-1 0 0,1 0 0,-1 0 0,0 0 0,1 1 0,-1-1 0,0 0 0,1 1 0,8 10 0,26 58 0,46 129 0,5 13 0,-65-166 0,32 57 0,-53-100-6,1-1-1,0 1 0,1-1 1,-1 1-1,0-1 0,0 1 1,2 0-1,-2-2 11,-1 1 0,0-1-1,0 0 1,0 0 0,0 0 0,1 0-1,-1 0 1,0 0 0,0 0 0,0 0 0,1 0-1,-1 1 1,0-1 0,0 0 0,0 0-1,1 0 1,-1 0 0,0 0 0,0 0 0,0 0-1,1 0 1,-1-1 0,0 1 0,0 0-1,1 0 1,-1 0 0,0 0 0,0 0 0,0 0-1,0 0 1,1 0 0,-1 0 0,0-1-1,0 1 1,1-2-148,0 0-1,0 0 1,0 0 0,0 0-1,-1 0 1,1-1-1,-1 1 1,0 0-1,0-4 1,2-23-6682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44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24575,'2'0'0,"1"1"0,-1-1 0,0 0 0,0 1 0,0-1 0,0 1 0,0 0 0,0 0 0,0 0 0,0 0 0,0 0 0,-1 0 0,1 0 0,0 1 0,-1-1 0,1 1 0,2 2 0,1 3 0,1 0 0,7 16 0,-10-19 0,27 56-1357,-1 1 1,-4 1-1,-2 1 0,19 87 0,-37-129 1283,-5-15 143,1 0 0,0-1 0,1 1 0,-1-1 0,1 1 0,0-1 0,1 0-1,5 6 2020,-8-11-2021,0-1 1,0 1-1,0 0 0,0 0 0,0 0 1,0 0-1,0 0 0,0 0 1,0 0-1,1 0 0,-1 0 0,0 0 1,0 0-1,0 0 0,0 0 1,1 1 672,-1-1-673,-1-12 1530,-10-59-1351,4-1 0,1-106 0,6 174-246,1 0 0,-1 0 0,1 0 0,-1 0 0,1 1 0,0-1 0,2-5 0,-2 8 0,0-1 0,0 1 0,0 0 0,0-1 0,0 1 0,0 0 0,0-1 0,0 1 0,1 0 0,-1 0 0,0 0 0,1 0 0,-1 0 0,1 0 0,-1 1 0,1-1 0,0 0 0,-1 1 0,3-1 0,11-1 0,0 0 0,0 1 0,0 1 0,24 3 0,-6-2 0,60 2-1365,-71-3-5461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45.3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73 237 24575,'35'0'0,"-11"1"0,0-1 0,26-4 0,-46 3 0,1 0 0,0 0 0,-1-1 0,1 0 0,-1 1 0,1-1 0,-1-1 0,0 1 0,0-1 0,0 1 0,0-1 0,-1 0 0,1-1 0,-1 1 0,1-1 0,-1 1 0,0-1 0,-1 0 0,1 0 0,-1 0 0,3-5 0,-2 0 0,0 1 0,0-1 0,0 1 0,-1-1 0,-1 0 0,0 0 0,0 0 0,0 0 0,-1 0 0,-2-12 0,2 18 0,0 1 0,0-1 0,-1 1 0,0-1 0,1 1 0,-1-1 0,0 1 0,0 0 0,0-1 0,0 1 0,-1 0 0,1 0 0,-1 0 0,1 0 0,-1 0 0,0 0 0,0 0 0,-2-1 0,1 1 0,-1 0 0,1 0 0,-1 0 0,0 1 0,0 0 0,1-1 0,-1 1 0,0 1 0,0-1 0,0 1 0,-5-1 0,-3 1 0,0 0 0,0 0 0,0 2 0,0-1 0,0 1 0,1 1 0,-1 0 0,1 1 0,-12 5 0,16-6 0,-1 1 0,1 1 0,0-1 0,0 1 0,1 1 0,-1-1 0,1 1 0,0 0 0,1 0 0,0 1 0,0-1 0,0 1 0,-7 15 0,10-17 0,0 0 0,0 0 0,1 0 0,0 0 0,0 0 0,0 0 0,1 0 0,-1 0 0,1 0 0,1 1 0,-1-1 0,1 0 0,-1 0 0,3 7 0,3 6 0,1 0 0,14 27 0,-9-20 0,-9-17 0,1 0 0,0-1 0,1 0 0,-1 0 0,10 10 0,-10-13 0,-1-1 0,1 1 0,0-1 0,0-1 0,0 1 0,1 0 0,-1-1 0,1 0 0,-1 0 0,1 0 0,6 1 0,31 5-1365,2-3-5461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46.16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348 15 24575,'0'-1'0,"0"1"0,0-1 0,-1 1 0,1-1 0,0 1 0,-1 0 0,1-1 0,0 1 0,-1-1 0,1 1 0,0 0 0,-1-1 0,1 1 0,-1 0 0,1 0 0,-1-1 0,1 1 0,-1 0 0,1 0 0,-1-1 0,1 1 0,-1 0 0,1 0 0,-1 0 0,0 0 0,-17-3 0,16 3 0,-60-4 0,-85 5 0,146 0 0,-14-1 0,-27 6 0,39-5 0,0-1 0,0 1 0,0 0 0,0 0 0,0 0 0,0 1 0,1-1 0,-1 1 0,0-1 0,1 1 0,-1 0 0,1 0 0,0 0 0,-1 0 0,-1 3 0,3-4 0,0 1 0,1-1 0,-1 0 0,1 0 0,-1 0 0,1 0 0,0 1 0,0-1 0,-1 0 0,1 0 0,0 1 0,0-1 0,0 0 0,0 0 0,0 1 0,0-1 0,1 0 0,-1 0 0,0 1 0,1-1 0,-1 0 0,1 0 0,-1 0 0,2 2 0,1 2 0,1 0 0,0 0 0,-1-1 0,7 6 0,15 12 0,1 0 0,46 30 0,66 28 0,-64-38 0,-57-32 0,-2-2 0,21 16 0,-35-23 0,0 0 0,1 1 0,-1-1 0,0 0 0,1 0 0,-1 1 0,0-1 0,0 1 0,0-1 0,0 1 0,0 0 0,-1-1 0,1 1 0,0 2 0,0-2 0,-1-1 0,0 0 0,0 1 0,0-1 0,-1 1 0,1-1 0,0 0 0,-1 1 0,1-1 0,0 1 0,-1-1 0,0 0 0,1 0 0,-1 1 0,0-1 0,1 0 0,-1 0 0,-2 2 0,-1 2 9,-1-1-1,0 1 1,0-1-1,0 0 1,-1 0 0,1 0-1,-1-1 1,0 0-1,0 0 1,0-1-1,0 1 1,-1-2-1,-10 3 1,7-2-174,1-1 0,-1 0 0,1 0 0,-1-1 0,0-1 0,1 0 0,-1 0 0,-16-5 0,5-1-6661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46.7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24575,'0'43'0,"2"1"0,9 49 0,4-18 0,2 0 0,4-2 0,3 0 0,59 125 0,-55-139 0,-3 3 0,25 87 0,-32-89 0,-18-49 0,0-11 0,0 0 0,0 0 0,0 0 0,0 1 0,0-1 0,0 0 0,0 0 0,0 0 0,0 1 0,-1-1 0,1 0 0,0 0 0,0 0 0,0 0 0,0 1 0,0-1 0,-1 0 0,1 0 0,0 0 0,0 0 0,0 0 0,0 0 0,-1 0 0,1 0 0,0 1 0,-1-1 0,0-1 0,1 1 0,-1 0 0,1 0 0,-1 0 0,0 0 0,1-1 0,-1 1 0,1 0 0,-1-1 0,1 1 0,-1 0 0,1-1 0,-1 1 0,1-1 0,-1 1 0,1-1 0,-1 1 0,1-1 0,0 1 0,-1-2 0,-3-5-151,1 0-1,0 0 0,0-1 0,1 1 1,0-1-1,1 1 0,-1-1 1,1-14-1,-1-4-6674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04T16:53:47.76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58 24575,'0'-1'0,"0"0"0,0 0 0,0-1 0,1 1 0,-1 0 0,0 0 0,1 0 0,-1 0 0,1 0 0,-1 0 0,1 0 0,-1 0 0,1 0 0,0 0 0,0 0 0,-1 0 0,1 0 0,0 0 0,0 0 0,0 1 0,0-1 0,0 0 0,2 0 0,2-2 0,0 1 0,1 0 0,9-2 0,-9 2 0,13-3 0,1 0 0,-1 1 0,1 1 0,0 1 0,31 1 0,-48 1 0,1 1 0,-1-1 0,0 1 0,0 0 0,0 0 0,0 0 0,0 1 0,0-1 0,0 1 0,0 0 0,0 0 0,-1 0 0,1 0 0,-1 0 0,0 0 0,1 1 0,-1-1 0,2 4 0,3 4 0,-1 0 0,-1 1 0,7 16 0,-10-24 0,7 22 0,0 0 0,-1 2 0,-2-1 0,5 40 0,-10-59 0,0 1 0,-1-1 0,0 1 0,0 0 0,-1 8 0,0-13 0,0 1 0,0-1 0,0 0 0,0 1 0,-1-1 0,0 0 0,1 0 0,-1 0 0,0 0 0,0-1 0,-1 1 0,1 0 0,-5 3 0,-1 1 15,-1-1 0,0 1 0,0-2 0,-1 1 0,0-1 0,0 0 0,-16 4 0,9-4-386,0 0-1,-1-2 1,-33 3 0,31-5-6455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25fc6f885eb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25fc6f885eb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427115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 только начинается....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33335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Есть и другие... Но это основыне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7897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Если есть обвязкак какая-то то важно качетсво кода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72482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 только начинается....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335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 только начинается....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89696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 только начинается....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2725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 только начинается....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914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Важно что бы откатываться, логироать эксперименты....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9911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 только начинается....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3357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 только начинается....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1499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 только начинается....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79286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lang="ru-RU" dirty="0"/>
              <a:t>Схема данных – </a:t>
            </a:r>
            <a:r>
              <a:rPr lang="en-US" dirty="0" err="1"/>
              <a:t>Pydantic</a:t>
            </a:r>
            <a:r>
              <a:rPr lang="en-US" dirty="0"/>
              <a:t>, </a:t>
            </a:r>
            <a:r>
              <a:rPr lang="ru-RU" dirty="0"/>
              <a:t>это помогает </a:t>
            </a:r>
            <a:r>
              <a:rPr lang="ru-RU" sz="11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Перехватываем ошибки как можно раньше</a:t>
            </a:r>
            <a:endParaRPr lang="ru-RU" sz="11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0599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 только начинается....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8859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 только начинается....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106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en-US" dirty="0"/>
              <a:t>Seed </a:t>
            </a:r>
            <a:r>
              <a:rPr lang="ru-RU" dirty="0"/>
              <a:t>фиксируем всегда</a:t>
            </a:r>
          </a:p>
          <a:p>
            <a:pPr marL="158750" indent="0">
              <a:buNone/>
            </a:pPr>
            <a:r>
              <a:rPr lang="ru-RU" dirty="0"/>
              <a:t>В </a:t>
            </a:r>
            <a:r>
              <a:rPr lang="en-US" dirty="0" err="1"/>
              <a:t>sklearn</a:t>
            </a:r>
            <a:r>
              <a:rPr lang="en-US" dirty="0"/>
              <a:t> </a:t>
            </a:r>
            <a:r>
              <a:rPr lang="ru-RU" dirty="0"/>
              <a:t>это легко, есть ньюансы в </a:t>
            </a:r>
            <a:r>
              <a:rPr lang="en-US" dirty="0" err="1"/>
              <a:t>pytorch</a:t>
            </a:r>
            <a:endParaRPr lang="en-US" dirty="0"/>
          </a:p>
          <a:p>
            <a:pPr marL="158750" indent="0">
              <a:buNone/>
            </a:pPr>
            <a:endParaRPr 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Использовать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MLflow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/ </a:t>
            </a:r>
            <a:r>
              <a:rPr kumimoji="0" lang="en-US" altLang="en-US" sz="11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ClearML</a:t>
            </a:r>
            <a:r>
              <a:rPr kumimoji="0" lang="en-US" altLang="en-US" sz="11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/ DVC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трекинга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экспериментов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артефактов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Хранить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requirements.txt</a:t>
            </a:r>
            <a:r>
              <a:rPr kumimoji="0" lang="en-US" altLang="en-US" sz="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или</a:t>
            </a:r>
            <a:r>
              <a:rPr kumimoji="0" lang="en-US" altLang="en-US" sz="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8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conda.yaml</a:t>
            </a:r>
            <a:r>
              <a:rPr kumimoji="0" lang="en-US" altLang="en-US" sz="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sz="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вместе</a:t>
            </a:r>
            <a:r>
              <a:rPr kumimoji="0" lang="en-US" altLang="en-US" sz="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с </a:t>
            </a:r>
            <a:r>
              <a:rPr kumimoji="0" lang="en-US" altLang="en-US" sz="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моделью</a:t>
            </a:r>
            <a:r>
              <a:rPr kumimoji="0" lang="en-US" altLang="en-US" sz="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en-US" altLang="en-US" sz="1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Контролировать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версии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данных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и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кода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1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через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Git и DVC.</a:t>
            </a:r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39692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Всегда лучше по расписанию</a:t>
            </a:r>
          </a:p>
          <a:p>
            <a:pPr marL="158750" indent="0">
              <a:buNone/>
            </a:pPr>
            <a:r>
              <a:rPr lang="en-US" dirty="0"/>
              <a:t>Python </a:t>
            </a:r>
            <a:r>
              <a:rPr lang="ru-RU" dirty="0"/>
              <a:t>в синхронных цепочках – не надежен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4588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Все только начинается....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40376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Отслеживать метрики, гиперпараметры и артефакты машинного обучения.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Хранить и предоставлять по запросу модели.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Хранить датасеты.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Визуально сравнивать эксперименты.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Воспроизводить эксперименты.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Автоматически логировать все действия.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Настраивать пайплайны обработки данных.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333333"/>
                </a:solidFill>
                <a:effectLst/>
                <a:latin typeface="-apple-system"/>
              </a:rPr>
              <a:t>Визуализировать результаты.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6136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Это </a:t>
            </a:r>
            <a:r>
              <a:rPr lang="en-US" dirty="0"/>
              <a:t>open source </a:t>
            </a:r>
            <a:r>
              <a:rPr lang="ru-RU" dirty="0"/>
              <a:t>фреймворк для управления жизн циклом </a:t>
            </a:r>
            <a:r>
              <a:rPr lang="en-US" dirty="0"/>
              <a:t>ML </a:t>
            </a:r>
            <a:r>
              <a:rPr lang="ru-RU" dirty="0"/>
              <a:t>моделей, включая эксперименты, версионирования, реестр моделей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10862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Есть морда для просмотра экспериментов</a:t>
            </a:r>
          </a:p>
          <a:p>
            <a:r>
              <a:rPr lang="ru-RU" dirty="0"/>
              <a:t>Тэгировать модели метрики</a:t>
            </a:r>
          </a:p>
          <a:p>
            <a:r>
              <a:rPr lang="ru-RU" dirty="0"/>
              <a:t>Параметры моделей</a:t>
            </a:r>
          </a:p>
          <a:p>
            <a:r>
              <a:rPr lang="ru-RU" dirty="0"/>
              <a:t>Другие артефакты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92704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37356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нет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0911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Можно пользоваться мониторингом </a:t>
            </a:r>
            <a:r>
              <a:rPr lang="en-US" dirty="0" err="1"/>
              <a:t>MLFLow</a:t>
            </a:r>
            <a:endParaRPr lang="en-US" dirty="0"/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6481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Следим за метриками</a:t>
            </a:r>
          </a:p>
          <a:p>
            <a:pPr marL="158750" indent="0">
              <a:buNone/>
            </a:pPr>
            <a:r>
              <a:rPr lang="ru-RU" dirty="0"/>
              <a:t>Следим за данными, мы на них обучались?</a:t>
            </a:r>
          </a:p>
          <a:p>
            <a:pPr marL="158750" indent="0">
              <a:buNone/>
            </a:pPr>
            <a:endParaRPr lang="en-US" dirty="0"/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07354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Можно пользоваться мониторингом </a:t>
            </a:r>
            <a:r>
              <a:rPr lang="en-US" dirty="0" err="1"/>
              <a:t>MLFLow</a:t>
            </a:r>
            <a:endParaRPr lang="en-US" dirty="0"/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89830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Можно пользоваться мониторингом </a:t>
            </a:r>
            <a:r>
              <a:rPr lang="en-US" dirty="0" err="1"/>
              <a:t>MLFLow</a:t>
            </a:r>
            <a:endParaRPr lang="en-US" dirty="0"/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940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Можно пользоваться мониторингом </a:t>
            </a:r>
            <a:r>
              <a:rPr lang="en-US" dirty="0" err="1"/>
              <a:t>MLFLow</a:t>
            </a:r>
            <a:endParaRPr lang="en-US" dirty="0"/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77481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2ca1a125f3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9" name="Google Shape;739;g2ca1a125f3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58750" indent="0">
              <a:buNone/>
            </a:pPr>
            <a:r>
              <a:rPr lang="ru-RU" dirty="0"/>
              <a:t>Можно пользоваться мониторингом </a:t>
            </a:r>
            <a:r>
              <a:rPr lang="en-US" dirty="0" err="1"/>
              <a:t>MLFLow</a:t>
            </a:r>
            <a:endParaRPr lang="en-US" dirty="0"/>
          </a:p>
          <a:p>
            <a:pPr marL="15875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411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457200" y="1577992"/>
            <a:ext cx="4487400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457200" y="3135908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20000" y="2179625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2996550" y="1337825"/>
            <a:ext cx="3150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391925" y="3132175"/>
            <a:ext cx="43602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181425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2"/>
          </p:nvPr>
        </p:nvSpPr>
        <p:spPr>
          <a:xfrm>
            <a:off x="4836300" y="2303125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3"/>
          </p:nvPr>
        </p:nvSpPr>
        <p:spPr>
          <a:xfrm>
            <a:off x="1181425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4"/>
          </p:nvPr>
        </p:nvSpPr>
        <p:spPr>
          <a:xfrm>
            <a:off x="4836300" y="2917150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33222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720000" y="367423"/>
            <a:ext cx="77040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subTitle" idx="1"/>
          </p:nvPr>
        </p:nvSpPr>
        <p:spPr>
          <a:xfrm>
            <a:off x="2241550" y="1348750"/>
            <a:ext cx="4661100" cy="168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>
            <a:spLocks noGrp="1"/>
          </p:cNvSpPr>
          <p:nvPr>
            <p:ph type="title"/>
          </p:nvPr>
        </p:nvSpPr>
        <p:spPr>
          <a:xfrm>
            <a:off x="720000" y="2285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58475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38" name="Google Shape;38;p11"/>
          <p:cNvSpPr txBox="1">
            <a:spLocks noGrp="1"/>
          </p:cNvSpPr>
          <p:nvPr>
            <p:ph type="subTitle" idx="1"/>
          </p:nvPr>
        </p:nvSpPr>
        <p:spPr>
          <a:xfrm>
            <a:off x="1284000" y="3069625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_2_1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/>
          <p:nvPr/>
        </p:nvSpPr>
        <p:spPr>
          <a:xfrm>
            <a:off x="-75" y="-10275"/>
            <a:ext cx="9144000" cy="11808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15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200" b="1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Font typeface="Inter"/>
              <a:buNone/>
              <a:defRPr sz="2400" b="1"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2550" y="411475"/>
            <a:ext cx="8238900" cy="5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ontserrat"/>
              <a:buNone/>
              <a:defRPr sz="24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096600"/>
            <a:ext cx="7713600" cy="3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●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○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 Medium"/>
              <a:buChar char="■"/>
              <a:defRPr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Inter"/>
              <a:buNone/>
              <a:defRPr sz="2400" b="1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  <p:sp>
        <p:nvSpPr>
          <p:cNvPr id="42" name="Google Shape;42;p1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●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○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Inter"/>
              <a:buChar char="■"/>
              <a:defRPr sz="11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customXml" Target="../ink/ink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1.png"/><Relationship Id="rId21" Type="http://schemas.openxmlformats.org/officeDocument/2006/relationships/customXml" Target="../ink/ink12.xml"/><Relationship Id="rId42" Type="http://schemas.openxmlformats.org/officeDocument/2006/relationships/image" Target="../media/image39.png"/><Relationship Id="rId47" Type="http://schemas.openxmlformats.org/officeDocument/2006/relationships/customXml" Target="../ink/ink25.xml"/><Relationship Id="rId63" Type="http://schemas.openxmlformats.org/officeDocument/2006/relationships/customXml" Target="../ink/ink33.xml"/><Relationship Id="rId68" Type="http://schemas.openxmlformats.org/officeDocument/2006/relationships/image" Target="../media/image52.png"/><Relationship Id="rId84" Type="http://schemas.openxmlformats.org/officeDocument/2006/relationships/image" Target="../media/image60.png"/><Relationship Id="rId89" Type="http://schemas.openxmlformats.org/officeDocument/2006/relationships/customXml" Target="../ink/ink46.xml"/><Relationship Id="rId16" Type="http://schemas.openxmlformats.org/officeDocument/2006/relationships/image" Target="../media/image26.png"/><Relationship Id="rId11" Type="http://schemas.openxmlformats.org/officeDocument/2006/relationships/customXml" Target="../ink/ink7.xml"/><Relationship Id="rId32" Type="http://schemas.openxmlformats.org/officeDocument/2006/relationships/image" Target="../media/image34.png"/><Relationship Id="rId37" Type="http://schemas.openxmlformats.org/officeDocument/2006/relationships/customXml" Target="../ink/ink20.xml"/><Relationship Id="rId53" Type="http://schemas.openxmlformats.org/officeDocument/2006/relationships/customXml" Target="../ink/ink28.xml"/><Relationship Id="rId58" Type="http://schemas.openxmlformats.org/officeDocument/2006/relationships/image" Target="../media/image47.png"/><Relationship Id="rId74" Type="http://schemas.openxmlformats.org/officeDocument/2006/relationships/image" Target="../media/image55.png"/><Relationship Id="rId79" Type="http://schemas.openxmlformats.org/officeDocument/2006/relationships/customXml" Target="../ink/ink41.xml"/><Relationship Id="rId102" Type="http://schemas.openxmlformats.org/officeDocument/2006/relationships/image" Target="../media/image69.png"/><Relationship Id="rId5" Type="http://schemas.openxmlformats.org/officeDocument/2006/relationships/customXml" Target="../ink/ink4.xml"/><Relationship Id="rId90" Type="http://schemas.openxmlformats.org/officeDocument/2006/relationships/image" Target="../media/image63.png"/><Relationship Id="rId95" Type="http://schemas.openxmlformats.org/officeDocument/2006/relationships/customXml" Target="../ink/ink49.xml"/><Relationship Id="rId22" Type="http://schemas.openxmlformats.org/officeDocument/2006/relationships/image" Target="../media/image29.png"/><Relationship Id="rId27" Type="http://schemas.openxmlformats.org/officeDocument/2006/relationships/customXml" Target="../ink/ink15.xml"/><Relationship Id="rId43" Type="http://schemas.openxmlformats.org/officeDocument/2006/relationships/customXml" Target="../ink/ink23.xml"/><Relationship Id="rId48" Type="http://schemas.openxmlformats.org/officeDocument/2006/relationships/image" Target="../media/image42.png"/><Relationship Id="rId64" Type="http://schemas.openxmlformats.org/officeDocument/2006/relationships/image" Target="../media/image50.png"/><Relationship Id="rId69" Type="http://schemas.openxmlformats.org/officeDocument/2006/relationships/customXml" Target="../ink/ink36.xml"/><Relationship Id="rId80" Type="http://schemas.openxmlformats.org/officeDocument/2006/relationships/image" Target="../media/image58.png"/><Relationship Id="rId85" Type="http://schemas.openxmlformats.org/officeDocument/2006/relationships/customXml" Target="../ink/ink44.xml"/><Relationship Id="rId12" Type="http://schemas.openxmlformats.org/officeDocument/2006/relationships/image" Target="../media/image24.png"/><Relationship Id="rId17" Type="http://schemas.openxmlformats.org/officeDocument/2006/relationships/customXml" Target="../ink/ink10.xml"/><Relationship Id="rId33" Type="http://schemas.openxmlformats.org/officeDocument/2006/relationships/customXml" Target="../ink/ink18.xml"/><Relationship Id="rId38" Type="http://schemas.openxmlformats.org/officeDocument/2006/relationships/image" Target="../media/image37.png"/><Relationship Id="rId59" Type="http://schemas.openxmlformats.org/officeDocument/2006/relationships/customXml" Target="../ink/ink31.xml"/><Relationship Id="rId103" Type="http://schemas.openxmlformats.org/officeDocument/2006/relationships/customXml" Target="../ink/ink53.xml"/><Relationship Id="rId20" Type="http://schemas.openxmlformats.org/officeDocument/2006/relationships/image" Target="../media/image28.png"/><Relationship Id="rId41" Type="http://schemas.openxmlformats.org/officeDocument/2006/relationships/customXml" Target="../ink/ink22.xml"/><Relationship Id="rId54" Type="http://schemas.openxmlformats.org/officeDocument/2006/relationships/image" Target="../media/image45.png"/><Relationship Id="rId62" Type="http://schemas.openxmlformats.org/officeDocument/2006/relationships/image" Target="../media/image49.png"/><Relationship Id="rId70" Type="http://schemas.openxmlformats.org/officeDocument/2006/relationships/image" Target="../media/image53.png"/><Relationship Id="rId75" Type="http://schemas.openxmlformats.org/officeDocument/2006/relationships/customXml" Target="../ink/ink39.xml"/><Relationship Id="rId83" Type="http://schemas.openxmlformats.org/officeDocument/2006/relationships/customXml" Target="../ink/ink43.xml"/><Relationship Id="rId88" Type="http://schemas.openxmlformats.org/officeDocument/2006/relationships/image" Target="../media/image62.png"/><Relationship Id="rId91" Type="http://schemas.openxmlformats.org/officeDocument/2006/relationships/customXml" Target="../ink/ink47.xml"/><Relationship Id="rId96" Type="http://schemas.openxmlformats.org/officeDocument/2006/relationships/image" Target="../media/image66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0.png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32.png"/><Relationship Id="rId36" Type="http://schemas.openxmlformats.org/officeDocument/2006/relationships/image" Target="../media/image36.png"/><Relationship Id="rId49" Type="http://schemas.openxmlformats.org/officeDocument/2006/relationships/customXml" Target="../ink/ink26.xml"/><Relationship Id="rId57" Type="http://schemas.openxmlformats.org/officeDocument/2006/relationships/customXml" Target="../ink/ink30.xml"/><Relationship Id="rId106" Type="http://schemas.openxmlformats.org/officeDocument/2006/relationships/image" Target="../media/image71.png"/><Relationship Id="rId10" Type="http://schemas.openxmlformats.org/officeDocument/2006/relationships/image" Target="../media/image23.png"/><Relationship Id="rId31" Type="http://schemas.openxmlformats.org/officeDocument/2006/relationships/customXml" Target="../ink/ink17.xml"/><Relationship Id="rId44" Type="http://schemas.openxmlformats.org/officeDocument/2006/relationships/image" Target="../media/image40.png"/><Relationship Id="rId52" Type="http://schemas.openxmlformats.org/officeDocument/2006/relationships/image" Target="../media/image44.png"/><Relationship Id="rId60" Type="http://schemas.openxmlformats.org/officeDocument/2006/relationships/image" Target="../media/image48.png"/><Relationship Id="rId65" Type="http://schemas.openxmlformats.org/officeDocument/2006/relationships/customXml" Target="../ink/ink34.xml"/><Relationship Id="rId73" Type="http://schemas.openxmlformats.org/officeDocument/2006/relationships/customXml" Target="../ink/ink38.xml"/><Relationship Id="rId78" Type="http://schemas.openxmlformats.org/officeDocument/2006/relationships/image" Target="../media/image57.png"/><Relationship Id="rId81" Type="http://schemas.openxmlformats.org/officeDocument/2006/relationships/customXml" Target="../ink/ink42.xml"/><Relationship Id="rId86" Type="http://schemas.openxmlformats.org/officeDocument/2006/relationships/image" Target="../media/image61.png"/><Relationship Id="rId94" Type="http://schemas.openxmlformats.org/officeDocument/2006/relationships/image" Target="../media/image65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4" Type="http://schemas.openxmlformats.org/officeDocument/2006/relationships/image" Target="../media/image200.png"/><Relationship Id="rId9" Type="http://schemas.openxmlformats.org/officeDocument/2006/relationships/customXml" Target="../ink/ink6.xml"/><Relationship Id="rId13" Type="http://schemas.openxmlformats.org/officeDocument/2006/relationships/customXml" Target="../ink/ink8.xml"/><Relationship Id="rId18" Type="http://schemas.openxmlformats.org/officeDocument/2006/relationships/image" Target="../media/image27.png"/><Relationship Id="rId39" Type="http://schemas.openxmlformats.org/officeDocument/2006/relationships/customXml" Target="../ink/ink21.xml"/><Relationship Id="rId34" Type="http://schemas.openxmlformats.org/officeDocument/2006/relationships/image" Target="../media/image35.png"/><Relationship Id="rId50" Type="http://schemas.openxmlformats.org/officeDocument/2006/relationships/image" Target="../media/image43.png"/><Relationship Id="rId55" Type="http://schemas.openxmlformats.org/officeDocument/2006/relationships/customXml" Target="../ink/ink29.xml"/><Relationship Id="rId76" Type="http://schemas.openxmlformats.org/officeDocument/2006/relationships/image" Target="../media/image56.png"/><Relationship Id="rId97" Type="http://schemas.openxmlformats.org/officeDocument/2006/relationships/customXml" Target="../ink/ink50.xml"/><Relationship Id="rId104" Type="http://schemas.openxmlformats.org/officeDocument/2006/relationships/image" Target="../media/image70.png"/><Relationship Id="rId7" Type="http://schemas.openxmlformats.org/officeDocument/2006/relationships/customXml" Target="../ink/ink5.xml"/><Relationship Id="rId71" Type="http://schemas.openxmlformats.org/officeDocument/2006/relationships/customXml" Target="../ink/ink37.xml"/><Relationship Id="rId92" Type="http://schemas.openxmlformats.org/officeDocument/2006/relationships/image" Target="../media/image64.png"/><Relationship Id="rId2" Type="http://schemas.openxmlformats.org/officeDocument/2006/relationships/notesSlide" Target="../notesSlides/notesSlide17.xml"/><Relationship Id="rId29" Type="http://schemas.openxmlformats.org/officeDocument/2006/relationships/customXml" Target="../ink/ink16.xml"/><Relationship Id="rId24" Type="http://schemas.openxmlformats.org/officeDocument/2006/relationships/image" Target="../media/image30.png"/><Relationship Id="rId40" Type="http://schemas.openxmlformats.org/officeDocument/2006/relationships/image" Target="../media/image38.png"/><Relationship Id="rId45" Type="http://schemas.openxmlformats.org/officeDocument/2006/relationships/customXml" Target="../ink/ink24.xml"/><Relationship Id="rId66" Type="http://schemas.openxmlformats.org/officeDocument/2006/relationships/image" Target="../media/image51.png"/><Relationship Id="rId87" Type="http://schemas.openxmlformats.org/officeDocument/2006/relationships/customXml" Target="../ink/ink45.xml"/><Relationship Id="rId61" Type="http://schemas.openxmlformats.org/officeDocument/2006/relationships/customXml" Target="../ink/ink32.xml"/><Relationship Id="rId82" Type="http://schemas.openxmlformats.org/officeDocument/2006/relationships/image" Target="../media/image59.png"/><Relationship Id="rId19" Type="http://schemas.openxmlformats.org/officeDocument/2006/relationships/customXml" Target="../ink/ink11.xml"/><Relationship Id="rId14" Type="http://schemas.openxmlformats.org/officeDocument/2006/relationships/image" Target="../media/image25.png"/><Relationship Id="rId30" Type="http://schemas.openxmlformats.org/officeDocument/2006/relationships/image" Target="../media/image33.png"/><Relationship Id="rId35" Type="http://schemas.openxmlformats.org/officeDocument/2006/relationships/customXml" Target="../ink/ink19.xml"/><Relationship Id="rId56" Type="http://schemas.openxmlformats.org/officeDocument/2006/relationships/image" Target="../media/image46.png"/><Relationship Id="rId77" Type="http://schemas.openxmlformats.org/officeDocument/2006/relationships/customXml" Target="../ink/ink40.xml"/><Relationship Id="rId100" Type="http://schemas.openxmlformats.org/officeDocument/2006/relationships/image" Target="../media/image68.png"/><Relationship Id="rId105" Type="http://schemas.openxmlformats.org/officeDocument/2006/relationships/customXml" Target="../ink/ink54.xml"/><Relationship Id="rId8" Type="http://schemas.openxmlformats.org/officeDocument/2006/relationships/image" Target="../media/image22.png"/><Relationship Id="rId51" Type="http://schemas.openxmlformats.org/officeDocument/2006/relationships/customXml" Target="../ink/ink27.xml"/><Relationship Id="rId72" Type="http://schemas.openxmlformats.org/officeDocument/2006/relationships/image" Target="../media/image54.png"/><Relationship Id="rId93" Type="http://schemas.openxmlformats.org/officeDocument/2006/relationships/customXml" Target="../ink/ink48.xml"/><Relationship Id="rId98" Type="http://schemas.openxmlformats.org/officeDocument/2006/relationships/image" Target="../media/image67.png"/><Relationship Id="rId3" Type="http://schemas.openxmlformats.org/officeDocument/2006/relationships/customXml" Target="../ink/ink3.xml"/><Relationship Id="rId25" Type="http://schemas.openxmlformats.org/officeDocument/2006/relationships/customXml" Target="../ink/ink14.xml"/><Relationship Id="rId46" Type="http://schemas.openxmlformats.org/officeDocument/2006/relationships/image" Target="../media/image41.png"/><Relationship Id="rId67" Type="http://schemas.openxmlformats.org/officeDocument/2006/relationships/customXml" Target="../ink/ink3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9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>
            <a:spLocks noGrp="1"/>
          </p:cNvSpPr>
          <p:nvPr>
            <p:ph type="ctrTitle"/>
          </p:nvPr>
        </p:nvSpPr>
        <p:spPr>
          <a:xfrm>
            <a:off x="457199" y="1577992"/>
            <a:ext cx="6506029" cy="155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/>
              <a:t>ML models in prod</a:t>
            </a:r>
            <a:br>
              <a:rPr lang="en-US" sz="4000" dirty="0"/>
            </a:br>
            <a:endParaRPr dirty="0"/>
          </a:p>
        </p:txBody>
      </p:sp>
      <p:sp>
        <p:nvSpPr>
          <p:cNvPr id="52" name="Google Shape;52;p16"/>
          <p:cNvSpPr txBox="1">
            <a:spLocks noGrp="1"/>
          </p:cNvSpPr>
          <p:nvPr>
            <p:ph type="subTitle" idx="1"/>
          </p:nvPr>
        </p:nvSpPr>
        <p:spPr>
          <a:xfrm>
            <a:off x="510177" y="3577324"/>
            <a:ext cx="4487400" cy="42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/>
              <a:t>Семен Косяченко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55198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80">
            <a:extLst>
              <a:ext uri="{FF2B5EF4-FFF2-40B4-BE49-F238E27FC236}">
                <a16:creationId xmlns:a16="http://schemas.microsoft.com/office/drawing/2014/main" id="{5240A8EB-3ABA-E08C-33C4-FA29614BA6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976" y="1416480"/>
            <a:ext cx="7559509" cy="2971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Мы сделали модель. Что дальше?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1026" name="Picture 2" descr="DataLife Engine &gt; Версия для печати &gt; Фильм пила">
            <a:extLst>
              <a:ext uri="{FF2B5EF4-FFF2-40B4-BE49-F238E27FC236}">
                <a16:creationId xmlns:a16="http://schemas.microsoft.com/office/drawing/2014/main" id="{ED20CE71-051D-3640-55F3-92D213856B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9485" y="3649156"/>
            <a:ext cx="1215536" cy="1215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82632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Мы сделали модель. Что дальше?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3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3215D2-32B2-D861-F6DA-DC628774F11C}"/>
              </a:ext>
            </a:extLst>
          </p:cNvPr>
          <p:cNvSpPr txBox="1"/>
          <p:nvPr/>
        </p:nvSpPr>
        <p:spPr>
          <a:xfrm>
            <a:off x="1175288" y="1756519"/>
            <a:ext cx="551223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FF0000"/>
              </a:solidFill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ru-RU" sz="1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Embedded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 	</a:t>
            </a:r>
            <a:r>
              <a:rPr lang="ru-RU" dirty="0">
                <a:latin typeface="+mj-lt"/>
              </a:rPr>
              <a:t>Встраивание модели в приложение</a:t>
            </a:r>
            <a:endParaRPr lang="en-US" dirty="0">
              <a:latin typeface="+mj-lt"/>
            </a:endParaRP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solidFill>
                <a:srgbClr val="FF0000"/>
              </a:solidFill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1400" b="1" dirty="0">
                <a:solidFill>
                  <a:srgbClr val="FF0000"/>
                </a:solidFill>
                <a:latin typeface="+mj-lt"/>
              </a:rPr>
              <a:t>Model as service</a:t>
            </a:r>
          </a:p>
          <a:p>
            <a:pPr lvl="6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424"/>
                </a:solidFill>
                <a:latin typeface="+mj-lt"/>
              </a:rPr>
              <a:t> 	</a:t>
            </a:r>
            <a:r>
              <a:rPr lang="ru-RU" dirty="0">
                <a:solidFill>
                  <a:srgbClr val="242424"/>
                </a:solidFill>
                <a:latin typeface="+mj-lt"/>
              </a:rPr>
              <a:t>делаем сервис на </a:t>
            </a:r>
            <a:r>
              <a:rPr lang="en-US" dirty="0" err="1">
                <a:solidFill>
                  <a:srgbClr val="242424"/>
                </a:solidFill>
                <a:latin typeface="+mj-lt"/>
              </a:rPr>
              <a:t>FastAPI</a:t>
            </a:r>
            <a:endParaRPr lang="en-US" dirty="0">
              <a:solidFill>
                <a:srgbClr val="242424"/>
              </a:solidFill>
              <a:latin typeface="+mj-lt"/>
            </a:endParaRPr>
          </a:p>
          <a:p>
            <a:pPr lvl="8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424"/>
                </a:solidFill>
                <a:latin typeface="+mj-lt"/>
              </a:rPr>
              <a:t> 	flask</a:t>
            </a:r>
          </a:p>
          <a:p>
            <a:pPr lvl="8">
              <a:buFont typeface="Arial" panose="020B0604020202020204" pitchFamily="34" charset="0"/>
              <a:buChar char="•"/>
            </a:pPr>
            <a:endParaRPr lang="en-US" dirty="0">
              <a:solidFill>
                <a:srgbClr val="242424"/>
              </a:solidFill>
              <a:latin typeface="+mj-lt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b="1" dirty="0">
                <a:solidFill>
                  <a:srgbClr val="FF0000"/>
                </a:solidFill>
                <a:latin typeface="+mj-lt"/>
              </a:rPr>
              <a:t>Serverless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242424"/>
                </a:solidFill>
                <a:latin typeface="+mj-lt"/>
              </a:rPr>
              <a:t> 	AWS</a:t>
            </a:r>
          </a:p>
          <a:p>
            <a:pPr lvl="3">
              <a:buFont typeface="Arial" panose="020B0604020202020204" pitchFamily="34" charset="0"/>
              <a:buChar char="•"/>
            </a:pPr>
            <a:r>
              <a:rPr lang="en-US" dirty="0">
                <a:latin typeface="+mj-lt"/>
              </a:rPr>
              <a:t> 	Google Cloud Functions, Azure Functions</a:t>
            </a:r>
          </a:p>
          <a:p>
            <a:pPr lvl="6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242424"/>
                </a:solidFill>
                <a:latin typeface="+mj-lt"/>
              </a:rPr>
              <a:t> 	</a:t>
            </a:r>
            <a:r>
              <a:rPr lang="en-US" dirty="0" err="1">
                <a:solidFill>
                  <a:srgbClr val="242424"/>
                </a:solidFill>
                <a:latin typeface="+mj-lt"/>
              </a:rPr>
              <a:t>MLFlow</a:t>
            </a:r>
            <a:endParaRPr lang="ru-RU" dirty="0">
              <a:solidFill>
                <a:srgbClr val="24242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71570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245748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Качество кода</a:t>
            </a: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 </a:t>
            </a:r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сервиса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4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2CD681C-3ED0-BFEC-FF39-1654B1E590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109" y="1239157"/>
            <a:ext cx="7687159" cy="36585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58A4FD1-4CA5-4A60-94B3-1E7F2802B56C}"/>
                  </a:ext>
                </a:extLst>
              </p14:cNvPr>
              <p14:cNvContentPartPr/>
              <p14:nvPr/>
            </p14:nvContentPartPr>
            <p14:xfrm>
              <a:off x="2799696" y="312521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58A4FD1-4CA5-4A60-94B3-1E7F2802B56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90696" y="311657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215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245748"/>
            <a:ext cx="86954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Качество кода</a:t>
            </a: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 </a:t>
            </a:r>
          </a:p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сервиса. </a:t>
            </a:r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Pre-</a:t>
            </a:r>
            <a:r>
              <a:rPr lang="en-US" sz="2800" b="1" dirty="0" err="1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commiter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5</a:t>
            </a:fld>
            <a:endParaRPr lang="ru-RU" sz="180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58A4FD1-4CA5-4A60-94B3-1E7F2802B56C}"/>
                  </a:ext>
                </a:extLst>
              </p14:cNvPr>
              <p14:cNvContentPartPr/>
              <p14:nvPr/>
            </p14:nvContentPartPr>
            <p14:xfrm>
              <a:off x="2799696" y="3125213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58A4FD1-4CA5-4A60-94B3-1E7F2802B56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90696" y="3116573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3A438713-EC5B-E93C-30F9-490440322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4140" y="311044"/>
            <a:ext cx="4634063" cy="462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60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245748"/>
            <a:ext cx="86954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Качество кода сервиса. </a:t>
            </a:r>
          </a:p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Аннотация типов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6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4098" name="Picture 2" descr="I detest the Python static-typing annotation schemes | by Kenzaburo  Gell-Manti-Te'o | Medium">
            <a:extLst>
              <a:ext uri="{FF2B5EF4-FFF2-40B4-BE49-F238E27FC236}">
                <a16:creationId xmlns:a16="http://schemas.microsoft.com/office/drawing/2014/main" id="{717DA1BC-C4EC-DB4B-CC31-D605BE55C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3885" y="1458585"/>
            <a:ext cx="6219986" cy="3184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75845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173499" y="270988"/>
            <a:ext cx="86954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Качество кода сервиса. </a:t>
            </a:r>
          </a:p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Аннотация типов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7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2C24D3-36AB-D712-25AF-39081EA64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2654" y="2865890"/>
            <a:ext cx="5719232" cy="1173244"/>
          </a:xfrm>
          <a:prstGeom prst="rect">
            <a:avLst/>
          </a:prstGeom>
        </p:spPr>
      </p:pic>
      <p:sp>
        <p:nvSpPr>
          <p:cNvPr id="3" name="AutoShape 2">
            <a:extLst>
              <a:ext uri="{FF2B5EF4-FFF2-40B4-BE49-F238E27FC236}">
                <a16:creationId xmlns:a16="http://schemas.microsoft.com/office/drawing/2014/main" id="{33D74D11-EDFD-674B-1747-928942A4D56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220" name="Picture 4" descr="Фото товара">
            <a:extLst>
              <a:ext uri="{FF2B5EF4-FFF2-40B4-BE49-F238E27FC236}">
                <a16:creationId xmlns:a16="http://schemas.microsoft.com/office/drawing/2014/main" id="{3475722E-47BA-4C3E-65C9-1CFB3E5609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18" y="1375833"/>
            <a:ext cx="2378569" cy="331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89236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245748"/>
            <a:ext cx="869540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Качество кода сервиса. </a:t>
            </a:r>
          </a:p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Автотестирование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8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A04ED8-C653-C1BC-8796-385901CA747B}"/>
              </a:ext>
            </a:extLst>
          </p:cNvPr>
          <p:cNvSpPr txBox="1"/>
          <p:nvPr/>
        </p:nvSpPr>
        <p:spPr>
          <a:xfrm>
            <a:off x="1136472" y="3873222"/>
            <a:ext cx="551223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TDD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E62956E-7B19-47F2-8C01-B82C5D8DC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6835" y="1244305"/>
            <a:ext cx="1422231" cy="12570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E0E7E9D-2AD8-A80B-8D48-2EB7F3E94722}"/>
              </a:ext>
            </a:extLst>
          </p:cNvPr>
          <p:cNvSpPr txBox="1"/>
          <p:nvPr/>
        </p:nvSpPr>
        <p:spPr>
          <a:xfrm>
            <a:off x="796925" y="1756173"/>
            <a:ext cx="288184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Тестирование должно быть</a:t>
            </a:r>
          </a:p>
          <a:p>
            <a:r>
              <a:rPr lang="ru-RU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Качественные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Unit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Edge2Edge</a:t>
            </a:r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1C8EDB90-4AF6-7EF7-E784-93B667954E52}"/>
              </a:ext>
            </a:extLst>
          </p:cNvPr>
          <p:cNvSpPr/>
          <p:nvPr/>
        </p:nvSpPr>
        <p:spPr>
          <a:xfrm>
            <a:off x="261310" y="2168498"/>
            <a:ext cx="436033" cy="9093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649C73E-715B-6134-5B01-0EA00AFA8B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7567" y="2571750"/>
            <a:ext cx="4572000" cy="205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2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245748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git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9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3" name="AutoShape 2" descr="Git workflow - feature branches">
            <a:extLst>
              <a:ext uri="{FF2B5EF4-FFF2-40B4-BE49-F238E27FC236}">
                <a16:creationId xmlns:a16="http://schemas.microsoft.com/office/drawing/2014/main" id="{C10E2CE7-E9C4-B8AC-7FF9-67F5B1ED46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97A5C4-8279-335F-31EE-E147DCF21E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6425" y="1355052"/>
            <a:ext cx="5695950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954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245748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Логирование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10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3" name="AutoShape 2" descr="A Complete Guide to Logging in Python with Loguru | Better Stack Community">
            <a:extLst>
              <a:ext uri="{FF2B5EF4-FFF2-40B4-BE49-F238E27FC236}">
                <a16:creationId xmlns:a16="http://schemas.microsoft.com/office/drawing/2014/main" id="{EB48B172-F135-0D04-A8DF-8DAC2B5F67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FB5A3C-279D-8C2E-CCDA-216F56B931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9187" y="1402435"/>
            <a:ext cx="6600825" cy="3371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6297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71899" y="230250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docker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11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11266" name="Picture 2" descr="Alpine собирает Docker билды под Python ...">
            <a:extLst>
              <a:ext uri="{FF2B5EF4-FFF2-40B4-BE49-F238E27FC236}">
                <a16:creationId xmlns:a16="http://schemas.microsoft.com/office/drawing/2014/main" id="{06EB8126-30DE-968E-2512-DA60D7C94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258" y="2102380"/>
            <a:ext cx="2876550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355F2A-C96D-634A-0ACD-42893FE99689}"/>
              </a:ext>
            </a:extLst>
          </p:cNvPr>
          <p:cNvSpPr txBox="1"/>
          <p:nvPr/>
        </p:nvSpPr>
        <p:spPr>
          <a:xfrm>
            <a:off x="4230158" y="2233712"/>
            <a:ext cx="300460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Изолирует дерево процессов.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Изолированная сеть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Своя файловая система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>
                <a:solidFill>
                  <a:srgbClr val="0F1115"/>
                </a:solidFill>
                <a:latin typeface="quote-cjk-patch"/>
              </a:rPr>
              <a:t>«Ограниченные» ресурсы (не выделенные отлеьлно как у виртуальной машины)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93A2B8-B5D1-F8C2-08DD-CAD1F5CFDD12}"/>
              </a:ext>
            </a:extLst>
          </p:cNvPr>
          <p:cNvSpPr txBox="1"/>
          <p:nvPr/>
        </p:nvSpPr>
        <p:spPr>
          <a:xfrm>
            <a:off x="2143125" y="4457189"/>
            <a:ext cx="5539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F1115"/>
                </a:solidFill>
                <a:effectLst/>
                <a:latin typeface="quote-cjk-patch"/>
              </a:rPr>
              <a:t>Если можно в докер, всегда используй докер!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14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71899" y="230250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Качество кода. Проектирование классов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12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12290" name="Picture 2" descr="SOLID Principles with Real Life Examples - GeeksforGeeks">
            <a:extLst>
              <a:ext uri="{FF2B5EF4-FFF2-40B4-BE49-F238E27FC236}">
                <a16:creationId xmlns:a16="http://schemas.microsoft.com/office/drawing/2014/main" id="{9856DB6D-FA62-77FA-574E-8F5D2920C2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37" y="1949505"/>
            <a:ext cx="3427186" cy="2032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0A69CE2-D744-9EF7-1AF3-C32F98869104}"/>
              </a:ext>
            </a:extLst>
          </p:cNvPr>
          <p:cNvSpPr txBox="1"/>
          <p:nvPr/>
        </p:nvSpPr>
        <p:spPr>
          <a:xfrm>
            <a:off x="190774" y="1622404"/>
            <a:ext cx="26774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Знание основных принципов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BA3D13-AAC1-E51C-5E36-9DD655726DDC}"/>
              </a:ext>
            </a:extLst>
          </p:cNvPr>
          <p:cNvSpPr txBox="1"/>
          <p:nvPr/>
        </p:nvSpPr>
        <p:spPr>
          <a:xfrm>
            <a:off x="6565258" y="1582889"/>
            <a:ext cx="5539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Опыт</a:t>
            </a: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2C2194A-2B44-DC15-F573-2F6AAF44A4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5745" y="1949505"/>
            <a:ext cx="1484857" cy="21035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CBABD8F-EDC2-C69F-721E-C959B4492A48}"/>
              </a:ext>
            </a:extLst>
          </p:cNvPr>
          <p:cNvSpPr txBox="1"/>
          <p:nvPr/>
        </p:nvSpPr>
        <p:spPr>
          <a:xfrm>
            <a:off x="3736539" y="4595481"/>
            <a:ext cx="5539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https://refactoring.guru/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184A26-4D89-5A51-8DF5-63BD3FCDAE99}"/>
              </a:ext>
            </a:extLst>
          </p:cNvPr>
          <p:cNvSpPr txBox="1"/>
          <p:nvPr/>
        </p:nvSpPr>
        <p:spPr>
          <a:xfrm>
            <a:off x="3795745" y="1582888"/>
            <a:ext cx="553902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Паттерны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A10AE80-B68C-75DF-750F-1E74342C3BD6}"/>
              </a:ext>
            </a:extLst>
          </p:cNvPr>
          <p:cNvSpPr txBox="1"/>
          <p:nvPr/>
        </p:nvSpPr>
        <p:spPr>
          <a:xfrm>
            <a:off x="3736539" y="4183916"/>
            <a:ext cx="221035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Чистый код. Мартин</a:t>
            </a:r>
            <a:endParaRPr lang="en-US" dirty="0"/>
          </a:p>
        </p:txBody>
      </p:sp>
      <p:sp>
        <p:nvSpPr>
          <p:cNvPr id="16" name="AutoShape 4" descr="Накодил»: Дед-программист из Петербурга вышел в финал конкурса  разработчиков - KP.RU">
            <a:extLst>
              <a:ext uri="{FF2B5EF4-FFF2-40B4-BE49-F238E27FC236}">
                <a16:creationId xmlns:a16="http://schemas.microsoft.com/office/drawing/2014/main" id="{2D17A36E-F5A5-2629-151C-1E67467F6AB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110836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6" descr="Накодил»: Дед-программист из Петербурга вышел в финал конкурса  разработчиков - KP.RU">
            <a:extLst>
              <a:ext uri="{FF2B5EF4-FFF2-40B4-BE49-F238E27FC236}">
                <a16:creationId xmlns:a16="http://schemas.microsoft.com/office/drawing/2014/main" id="{97F9354D-25F2-E8EC-101F-FDCEA7C2E0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110836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28BC1F1-5C68-05F1-F5FB-8623058240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5482"/>
          <a:stretch/>
        </p:blipFill>
        <p:spPr>
          <a:xfrm>
            <a:off x="6216189" y="1930181"/>
            <a:ext cx="2774778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3163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71899" y="230250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Pydantic</a:t>
            </a:r>
            <a:endParaRPr lang="en-US" sz="2800" b="1" dirty="0">
              <a:solidFill>
                <a:schemeClr val="bg1"/>
              </a:solidFill>
              <a:latin typeface="Source Sans Pro" panose="020B0503030403020204" pitchFamily="34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13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2C184A0-028E-8EE0-3683-7F36292150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612" y="1813953"/>
            <a:ext cx="3924300" cy="24479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2753E6F-C3A5-0B8A-4C91-BEFEA2CD29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729" y="1813953"/>
            <a:ext cx="5187653" cy="2447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77878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71899" y="230250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Автоматическая оценка качества кода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14</a:t>
            </a:fld>
            <a:endParaRPr lang="ru-RU" sz="1800">
              <a:solidFill>
                <a:schemeClr val="bg1"/>
              </a:solidFill>
            </a:endParaRPr>
          </a:p>
        </p:txBody>
      </p:sp>
      <p:pic>
        <p:nvPicPr>
          <p:cNvPr id="15362" name="Picture 2" descr="DeepSource: The Unified DevSecOps Platform">
            <a:extLst>
              <a:ext uri="{FF2B5EF4-FFF2-40B4-BE49-F238E27FC236}">
                <a16:creationId xmlns:a16="http://schemas.microsoft.com/office/drawing/2014/main" id="{FAA9974A-2C4B-C783-DFA7-F966EBFAFC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1646" y="1184357"/>
            <a:ext cx="1098083" cy="1098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Простые сценарии использования ...">
            <a:extLst>
              <a:ext uri="{FF2B5EF4-FFF2-40B4-BE49-F238E27FC236}">
                <a16:creationId xmlns:a16="http://schemas.microsoft.com/office/drawing/2014/main" id="{C647AB36-BE4F-8D88-7250-9B135E6457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361"/>
          <a:stretch/>
        </p:blipFill>
        <p:spPr bwMode="auto">
          <a:xfrm>
            <a:off x="1911646" y="2366287"/>
            <a:ext cx="4057650" cy="88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0243855-580D-7E10-96C5-8350D7B93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3899" y="3333996"/>
            <a:ext cx="6532369" cy="1579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76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71899" y="230250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Качество кода. Вопросы?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15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BB567-FD76-0FD5-37F9-F8071925D98B}"/>
              </a:ext>
            </a:extLst>
          </p:cNvPr>
          <p:cNvSpPr txBox="1"/>
          <p:nvPr/>
        </p:nvSpPr>
        <p:spPr>
          <a:xfrm>
            <a:off x="423621" y="1636166"/>
            <a:ext cx="553806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chemeClr val="bg1"/>
                </a:solidFill>
                <a:latin typeface="+mj-lt"/>
              </a:rPr>
              <a:t>Для </a:t>
            </a:r>
            <a:r>
              <a:rPr lang="en-US" b="1" dirty="0">
                <a:solidFill>
                  <a:schemeClr val="bg1"/>
                </a:solidFill>
                <a:latin typeface="+mj-lt"/>
              </a:rPr>
              <a:t>Serverless</a:t>
            </a:r>
            <a:r>
              <a:rPr lang="ru-RU" b="1" dirty="0">
                <a:solidFill>
                  <a:schemeClr val="bg1"/>
                </a:solidFill>
                <a:latin typeface="+mj-lt"/>
              </a:rPr>
              <a:t> вариантов реализации качество кода не так важно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2987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314706" y="214751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Что еще забыли: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16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2BB567-FD76-0FD5-37F9-F8071925D98B}"/>
              </a:ext>
            </a:extLst>
          </p:cNvPr>
          <p:cNvSpPr txBox="1"/>
          <p:nvPr/>
        </p:nvSpPr>
        <p:spPr>
          <a:xfrm>
            <a:off x="314706" y="1365224"/>
            <a:ext cx="4267200" cy="320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chemeClr val="bg1"/>
                </a:solidFill>
              </a:rPr>
              <a:t>Воспроизводимость: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dirty="0">
                <a:solidFill>
                  <a:schemeClr val="bg1"/>
                </a:solidFill>
              </a:rPr>
              <a:t>Модель должна быть </a:t>
            </a:r>
            <a:r>
              <a:rPr lang="ru-RU" b="1" dirty="0">
                <a:solidFill>
                  <a:schemeClr val="bg1"/>
                </a:solidFill>
              </a:rPr>
              <a:t>полностью воспроизводима</a:t>
            </a:r>
            <a:r>
              <a:rPr lang="ru-RU" dirty="0">
                <a:solidFill>
                  <a:schemeClr val="bg1"/>
                </a:solidFill>
              </a:rPr>
              <a:t>:</a:t>
            </a:r>
          </a:p>
          <a:p>
            <a:endParaRPr lang="ru-RU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 Код, данные, гиперпараметры и зависимости зафиксированы.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 Есть зафиксированная версия модели (artifact + metadata).</a:t>
            </a:r>
          </a:p>
          <a:p>
            <a:pPr>
              <a:buFont typeface="Arial" panose="020B0604020202020204" pitchFamily="34" charset="0"/>
              <a:buChar char="•"/>
            </a:pPr>
            <a:endParaRPr lang="ru-RU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bg1"/>
                </a:solidFill>
              </a:rPr>
              <a:t> Можно взять артефакт и запустить предсказание </a:t>
            </a:r>
            <a:r>
              <a:rPr lang="ru-RU" b="1" dirty="0">
                <a:solidFill>
                  <a:schemeClr val="bg1"/>
                </a:solidFill>
              </a:rPr>
              <a:t>в другом окружении</a:t>
            </a:r>
            <a:r>
              <a:rPr lang="ru-RU" dirty="0">
                <a:solidFill>
                  <a:schemeClr val="bg1"/>
                </a:solidFill>
              </a:rPr>
              <a:t> с тем же результатом.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6F2128A8-EDE0-2B15-1B8A-ADF345DE8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7798" y="1365224"/>
            <a:ext cx="4143213" cy="2831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en-US" sz="20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Окружение: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ru-RU" altLang="en-US" b="1" dirty="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Docker-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контейнеризация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изолированное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окружение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модели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).</a:t>
            </a:r>
            <a:endParaRPr kumimoji="0" lang="ru-RU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Использование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CI/CD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например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, GitHub Actions, GitLab CI)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автоматического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билда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контейнера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.</a:t>
            </a:r>
            <a:endParaRPr kumimoji="0" lang="ru-RU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Указание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зависимостей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в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requirements.txt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</a:rPr>
              <a:t>или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Arial Unicode MS"/>
              </a:rPr>
              <a:t>conda.yaml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54937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Source Sans Pro" panose="020B0503030403020204" pitchFamily="34" charset="0"/>
                <a:cs typeface="Times New Roman" panose="02020603050405020304" pitchFamily="18" charset="0"/>
              </a:rPr>
              <a:t>Как функционирует модели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17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8205C-D1C8-60B7-F4DD-0997E9807C16}"/>
              </a:ext>
            </a:extLst>
          </p:cNvPr>
          <p:cNvSpPr txBox="1"/>
          <p:nvPr/>
        </p:nvSpPr>
        <p:spPr>
          <a:xfrm>
            <a:off x="350735" y="1703469"/>
            <a:ext cx="8568965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ru-RU" sz="1600" b="1" i="0" dirty="0">
                <a:solidFill>
                  <a:srgbClr val="000000"/>
                </a:solidFill>
                <a:effectLst/>
                <a:latin typeface="PT Sans" panose="020B0503020203020204" pitchFamily="34" charset="0"/>
              </a:rPr>
              <a:t>По расписанию</a:t>
            </a:r>
          </a:p>
          <a:p>
            <a:pPr algn="l">
              <a:buFont typeface="+mj-lt"/>
              <a:buAutoNum type="arabicPeriod"/>
            </a:pPr>
            <a:endParaRPr lang="ru-RU" sz="1600" b="1" dirty="0"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sz="1600" b="1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sz="1600" b="1" dirty="0"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sz="1600" b="1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sz="1600" b="1" dirty="0"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sz="1600" b="1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>
              <a:buFont typeface="+mj-lt"/>
              <a:buAutoNum type="arabicPeriod"/>
            </a:pPr>
            <a:endParaRPr lang="ru-RU" sz="1600" b="1" dirty="0">
              <a:latin typeface="PT Sans" panose="020B0503020203020204" pitchFamily="34" charset="0"/>
            </a:endParaRPr>
          </a:p>
          <a:p>
            <a:pPr algn="l"/>
            <a:endParaRPr lang="ru-RU" sz="1600" b="1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  <a:p>
            <a:pPr algn="l"/>
            <a:r>
              <a:rPr lang="ru-RU" sz="1600" b="1" dirty="0">
                <a:latin typeface="PT Sans" panose="020B0503020203020204" pitchFamily="34" charset="0"/>
              </a:rPr>
              <a:t> По запросу</a:t>
            </a:r>
            <a:endParaRPr lang="ru-RU" sz="1600" b="1" i="0" dirty="0">
              <a:solidFill>
                <a:srgbClr val="000000"/>
              </a:solidFill>
              <a:effectLst/>
              <a:latin typeface="PT Sans" panose="020B0503020203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D61ECD5-3420-73E3-0B6B-B227A6C4E532}"/>
              </a:ext>
            </a:extLst>
          </p:cNvPr>
          <p:cNvGrpSpPr/>
          <p:nvPr/>
        </p:nvGrpSpPr>
        <p:grpSpPr>
          <a:xfrm>
            <a:off x="2210075" y="1473150"/>
            <a:ext cx="3386160" cy="1167840"/>
            <a:chOff x="2871336" y="1415213"/>
            <a:chExt cx="3386160" cy="116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60DB20FC-67F6-A131-6F89-E9D8A0B63353}"/>
                    </a:ext>
                  </a:extLst>
                </p14:cNvPr>
                <p14:cNvContentPartPr/>
                <p14:nvPr/>
              </p14:nvContentPartPr>
              <p14:xfrm>
                <a:off x="4115856" y="1868813"/>
                <a:ext cx="641520" cy="714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60DB20FC-67F6-A131-6F89-E9D8A0B63353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109736" y="1862693"/>
                  <a:ext cx="653760" cy="72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AAFA6CF-4039-7534-6D64-669C557F17E3}"/>
                    </a:ext>
                  </a:extLst>
                </p14:cNvPr>
                <p14:cNvContentPartPr/>
                <p14:nvPr/>
              </p14:nvContentPartPr>
              <p14:xfrm>
                <a:off x="4266696" y="2128373"/>
                <a:ext cx="232200" cy="1440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AAFA6CF-4039-7534-6D64-669C557F17E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260576" y="2122253"/>
                  <a:ext cx="24444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7C3521C-8699-B612-96E4-77217F9A7C87}"/>
                    </a:ext>
                  </a:extLst>
                </p14:cNvPr>
                <p14:cNvContentPartPr/>
                <p14:nvPr/>
              </p14:nvContentPartPr>
              <p14:xfrm>
                <a:off x="4562616" y="2014613"/>
                <a:ext cx="9720" cy="2556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7C3521C-8699-B612-96E4-77217F9A7C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556496" y="2008493"/>
                  <a:ext cx="21960" cy="26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9BCF954-B2A7-629B-F765-623B3D3B1FA3}"/>
                    </a:ext>
                  </a:extLst>
                </p14:cNvPr>
                <p14:cNvContentPartPr/>
                <p14:nvPr/>
              </p14:nvContentPartPr>
              <p14:xfrm>
                <a:off x="2871336" y="1555253"/>
                <a:ext cx="79920" cy="14256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9BCF954-B2A7-629B-F765-623B3D3B1FA3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65216" y="1549133"/>
                  <a:ext cx="9216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7C49AC2-EC24-CBB4-2395-02BBA1B56387}"/>
                    </a:ext>
                  </a:extLst>
                </p14:cNvPr>
                <p14:cNvContentPartPr/>
                <p14:nvPr/>
              </p14:nvContentPartPr>
              <p14:xfrm>
                <a:off x="2999496" y="1554893"/>
                <a:ext cx="111600" cy="1771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7C49AC2-EC24-CBB4-2395-02BBA1B5638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993376" y="1548773"/>
                  <a:ext cx="12384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5100369-F6BE-4BA0-9137-4F38A45B772E}"/>
                    </a:ext>
                  </a:extLst>
                </p14:cNvPr>
                <p14:cNvContentPartPr/>
                <p14:nvPr/>
              </p14:nvContentPartPr>
              <p14:xfrm>
                <a:off x="3176976" y="1415213"/>
                <a:ext cx="257040" cy="400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5100369-F6BE-4BA0-9137-4F38A45B772E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170856" y="1409093"/>
                  <a:ext cx="269280" cy="41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1616024-113D-05C7-EB9D-ED0926F2169B}"/>
                    </a:ext>
                  </a:extLst>
                </p14:cNvPr>
                <p14:cNvContentPartPr/>
                <p14:nvPr/>
              </p14:nvContentPartPr>
              <p14:xfrm>
                <a:off x="3573696" y="1518533"/>
                <a:ext cx="115920" cy="326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1616024-113D-05C7-EB9D-ED0926F2169B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567576" y="1512413"/>
                  <a:ext cx="1281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9A71490-52DD-EF53-9A5A-740A8E407F50}"/>
                    </a:ext>
                  </a:extLst>
                </p14:cNvPr>
                <p14:cNvContentPartPr/>
                <p14:nvPr/>
              </p14:nvContentPartPr>
              <p14:xfrm>
                <a:off x="3745056" y="1683773"/>
                <a:ext cx="151920" cy="126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9A71490-52DD-EF53-9A5A-740A8E407F5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738936" y="1677653"/>
                  <a:ext cx="16416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BA834E2-548B-C362-E278-A96DC208BF39}"/>
                    </a:ext>
                  </a:extLst>
                </p14:cNvPr>
                <p14:cNvContentPartPr/>
                <p14:nvPr/>
              </p14:nvContentPartPr>
              <p14:xfrm>
                <a:off x="3915696" y="1456973"/>
                <a:ext cx="75960" cy="370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BA834E2-548B-C362-E278-A96DC208BF39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909576" y="1450853"/>
                  <a:ext cx="88200" cy="38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239762-F3DE-A619-0131-31CDBEC4275E}"/>
                    </a:ext>
                  </a:extLst>
                </p14:cNvPr>
                <p14:cNvContentPartPr/>
                <p14:nvPr/>
              </p14:nvContentPartPr>
              <p14:xfrm>
                <a:off x="4013616" y="1652093"/>
                <a:ext cx="84600" cy="943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239762-F3DE-A619-0131-31CDBEC4275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007496" y="1645973"/>
                  <a:ext cx="9684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17FCB4E-427D-B739-83CD-3DDC29C5AA3D}"/>
                    </a:ext>
                  </a:extLst>
                </p14:cNvPr>
                <p14:cNvContentPartPr/>
                <p14:nvPr/>
              </p14:nvContentPartPr>
              <p14:xfrm>
                <a:off x="4163376" y="1599893"/>
                <a:ext cx="147960" cy="148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17FCB4E-427D-B739-83CD-3DDC29C5AA3D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4157256" y="1593773"/>
                  <a:ext cx="16020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0A03655-AD4F-380E-DE97-DB038D1EBF47}"/>
                    </a:ext>
                  </a:extLst>
                </p14:cNvPr>
                <p14:cNvContentPartPr/>
                <p14:nvPr/>
              </p14:nvContentPartPr>
              <p14:xfrm>
                <a:off x="3404496" y="2040533"/>
                <a:ext cx="573120" cy="3607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0A03655-AD4F-380E-DE97-DB038D1EBF4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398376" y="2034413"/>
                  <a:ext cx="58536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F7AF280-9FFB-1FCC-7D4C-6A2678EC885E}"/>
                    </a:ext>
                  </a:extLst>
                </p14:cNvPr>
                <p14:cNvContentPartPr/>
                <p14:nvPr/>
              </p14:nvContentPartPr>
              <p14:xfrm>
                <a:off x="4850976" y="2025413"/>
                <a:ext cx="1406520" cy="2311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F7AF280-9FFB-1FCC-7D4C-6A2678EC885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4844856" y="2019293"/>
                  <a:ext cx="1418760" cy="243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A5DA4C4-BF04-3987-4003-6ED92FD4FD55}"/>
              </a:ext>
            </a:extLst>
          </p:cNvPr>
          <p:cNvGrpSpPr/>
          <p:nvPr/>
        </p:nvGrpSpPr>
        <p:grpSpPr>
          <a:xfrm>
            <a:off x="5749235" y="1968150"/>
            <a:ext cx="574560" cy="673920"/>
            <a:chOff x="6410496" y="1910213"/>
            <a:chExt cx="574560" cy="67392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0B55A90-3A65-4483-031C-F98201ED5AA6}"/>
                    </a:ext>
                  </a:extLst>
                </p14:cNvPr>
                <p14:cNvContentPartPr/>
                <p14:nvPr/>
              </p14:nvContentPartPr>
              <p14:xfrm>
                <a:off x="6410496" y="1957733"/>
                <a:ext cx="74520" cy="582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0B55A90-3A65-4483-031C-F98201ED5AA6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401856" y="1948733"/>
                  <a:ext cx="92160" cy="59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E7F12609-6500-5A6F-B0E6-F5F1D4628070}"/>
                    </a:ext>
                  </a:extLst>
                </p14:cNvPr>
                <p14:cNvContentPartPr/>
                <p14:nvPr/>
              </p14:nvContentPartPr>
              <p14:xfrm>
                <a:off x="6462696" y="1910213"/>
                <a:ext cx="475920" cy="1321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E7F12609-6500-5A6F-B0E6-F5F1D4628070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6453696" y="1901213"/>
                  <a:ext cx="49356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6A7E6A94-02D2-5CCE-3E24-2812D6DD32DA}"/>
                    </a:ext>
                  </a:extLst>
                </p14:cNvPr>
                <p14:cNvContentPartPr/>
                <p14:nvPr/>
              </p14:nvContentPartPr>
              <p14:xfrm>
                <a:off x="6958776" y="2009213"/>
                <a:ext cx="26280" cy="5414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6A7E6A94-02D2-5CCE-3E24-2812D6DD32D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6949776" y="2000573"/>
                  <a:ext cx="4392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5F58A0A2-18E5-0BC3-3951-DC74D619FD75}"/>
                    </a:ext>
                  </a:extLst>
                </p14:cNvPr>
                <p14:cNvContentPartPr/>
                <p14:nvPr/>
              </p14:nvContentPartPr>
              <p14:xfrm>
                <a:off x="6535056" y="2525813"/>
                <a:ext cx="402120" cy="58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5F58A0A2-18E5-0BC3-3951-DC74D619FD75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6526056" y="2517173"/>
                  <a:ext cx="419760" cy="7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E3D28E7D-4380-24B0-B455-408CF20573DF}"/>
              </a:ext>
            </a:extLst>
          </p:cNvPr>
          <p:cNvGrpSpPr/>
          <p:nvPr/>
        </p:nvGrpSpPr>
        <p:grpSpPr>
          <a:xfrm>
            <a:off x="4427315" y="1747110"/>
            <a:ext cx="987120" cy="317160"/>
            <a:chOff x="5088576" y="1689173"/>
            <a:chExt cx="987120" cy="317160"/>
          </a:xfrm>
        </p:grpSpPr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CD0D088-BC7C-AA8F-2F51-CCB3AECF6B11}"/>
                    </a:ext>
                  </a:extLst>
                </p14:cNvPr>
                <p14:cNvContentPartPr/>
                <p14:nvPr/>
              </p14:nvContentPartPr>
              <p14:xfrm>
                <a:off x="5088576" y="1838933"/>
                <a:ext cx="72720" cy="961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CD0D088-BC7C-AA8F-2F51-CCB3AECF6B11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5079576" y="1830293"/>
                  <a:ext cx="9036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3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45E7DEE-25A7-DE38-4F24-7C18B5A0D982}"/>
                    </a:ext>
                  </a:extLst>
                </p14:cNvPr>
                <p14:cNvContentPartPr/>
                <p14:nvPr/>
              </p14:nvContentPartPr>
              <p14:xfrm>
                <a:off x="5247336" y="1853333"/>
                <a:ext cx="189360" cy="853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45E7DEE-25A7-DE38-4F24-7C18B5A0D982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238696" y="1844693"/>
                  <a:ext cx="2070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B9DABAE-56C2-298C-505F-106EA3C2DFD4}"/>
                    </a:ext>
                  </a:extLst>
                </p14:cNvPr>
                <p14:cNvContentPartPr/>
                <p14:nvPr/>
              </p14:nvContentPartPr>
              <p14:xfrm>
                <a:off x="5477016" y="1843253"/>
                <a:ext cx="78480" cy="136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5B9DABAE-56C2-298C-505F-106EA3C2DFD4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5468376" y="1834613"/>
                  <a:ext cx="9612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E7B543-F7BB-6621-D8CD-646D50C495EA}"/>
                    </a:ext>
                  </a:extLst>
                </p14:cNvPr>
                <p14:cNvContentPartPr/>
                <p14:nvPr/>
              </p14:nvContentPartPr>
              <p14:xfrm>
                <a:off x="5615256" y="1869893"/>
                <a:ext cx="141840" cy="97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E7B543-F7BB-6621-D8CD-646D50C495E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5606256" y="1860893"/>
                  <a:ext cx="1594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3C8300A-3982-A110-B739-30ADCB037125}"/>
                    </a:ext>
                  </a:extLst>
                </p14:cNvPr>
                <p14:cNvContentPartPr/>
                <p14:nvPr/>
              </p14:nvContentPartPr>
              <p14:xfrm>
                <a:off x="5790936" y="1719773"/>
                <a:ext cx="45360" cy="2635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3C8300A-3982-A110-B739-30ADCB037125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5782296" y="1711133"/>
                  <a:ext cx="6300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C64A8CA-AA9F-2482-729A-DADFCB90E533}"/>
                    </a:ext>
                  </a:extLst>
                </p14:cNvPr>
                <p14:cNvContentPartPr/>
                <p14:nvPr/>
              </p14:nvContentPartPr>
              <p14:xfrm>
                <a:off x="5884176" y="1689173"/>
                <a:ext cx="68760" cy="23472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C64A8CA-AA9F-2482-729A-DADFCB90E533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5875536" y="1680173"/>
                  <a:ext cx="8640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4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07531A7-7D9D-15B9-5593-B1D7B6B18C4E}"/>
                    </a:ext>
                  </a:extLst>
                </p14:cNvPr>
                <p14:cNvContentPartPr/>
                <p14:nvPr/>
              </p14:nvContentPartPr>
              <p14:xfrm>
                <a:off x="5863296" y="1818053"/>
                <a:ext cx="77400" cy="15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07531A7-7D9D-15B9-5593-B1D7B6B18C4E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5854296" y="1809413"/>
                  <a:ext cx="9504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 xmlns:aink="http://schemas.microsoft.com/office/drawing/2016/ink">
          <mc:Choice Requires="p14 aink">
            <p:contentPart p14:bwMode="auto" r:id="rId5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1522E1E-D604-474B-5700-196FCFA304C9}"/>
                    </a:ext>
                  </a:extLst>
                </p14:cNvPr>
                <p14:cNvContentPartPr/>
                <p14:nvPr/>
              </p14:nvContentPartPr>
              <p14:xfrm>
                <a:off x="6013056" y="1797533"/>
                <a:ext cx="62640" cy="2088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1522E1E-D604-474B-5700-196FCFA304C9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6004056" y="1788533"/>
                  <a:ext cx="80280" cy="22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316E95E-A2BD-88EB-9D87-2922E8E3019A}"/>
              </a:ext>
            </a:extLst>
          </p:cNvPr>
          <p:cNvGrpSpPr/>
          <p:nvPr/>
        </p:nvGrpSpPr>
        <p:grpSpPr>
          <a:xfrm>
            <a:off x="6690455" y="2242483"/>
            <a:ext cx="1117800" cy="185400"/>
            <a:chOff x="8059656" y="2164013"/>
            <a:chExt cx="1117800" cy="18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1618051-8E53-11C3-529C-2F75C55096A6}"/>
                    </a:ext>
                  </a:extLst>
                </p14:cNvPr>
                <p14:cNvContentPartPr/>
                <p14:nvPr/>
              </p14:nvContentPartPr>
              <p14:xfrm>
                <a:off x="8059656" y="2164013"/>
                <a:ext cx="325800" cy="1202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1618051-8E53-11C3-529C-2F75C55096A6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50656" y="2155373"/>
                  <a:ext cx="343440" cy="13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C4C18EA-0D32-DEF1-291E-3F51315CDC04}"/>
                    </a:ext>
                  </a:extLst>
                </p14:cNvPr>
                <p14:cNvContentPartPr/>
                <p14:nvPr/>
              </p14:nvContentPartPr>
              <p14:xfrm>
                <a:off x="8466816" y="2195333"/>
                <a:ext cx="123480" cy="71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C4C18EA-0D32-DEF1-291E-3F51315CDC04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458176" y="2186693"/>
                  <a:ext cx="1411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CA31C27-89BF-180D-1E95-7D7C3003F667}"/>
                    </a:ext>
                  </a:extLst>
                </p14:cNvPr>
                <p14:cNvContentPartPr/>
                <p14:nvPr/>
              </p14:nvContentPartPr>
              <p14:xfrm>
                <a:off x="8688576" y="2210813"/>
                <a:ext cx="69480" cy="1346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CA31C27-89BF-180D-1E95-7D7C3003F667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679576" y="2202173"/>
                  <a:ext cx="8712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18412BE-93E6-D1B8-C1A8-66034F32E1B3}"/>
                    </a:ext>
                  </a:extLst>
                </p14:cNvPr>
                <p14:cNvContentPartPr/>
                <p14:nvPr/>
              </p14:nvContentPartPr>
              <p14:xfrm>
                <a:off x="8802696" y="2226653"/>
                <a:ext cx="61920" cy="1227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18412BE-93E6-D1B8-C1A8-66034F32E1B3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794056" y="2217653"/>
                  <a:ext cx="7956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A601FEF-6208-B19E-C44D-A1F7D671B87A}"/>
                    </a:ext>
                  </a:extLst>
                </p14:cNvPr>
                <p14:cNvContentPartPr/>
                <p14:nvPr/>
              </p14:nvContentPartPr>
              <p14:xfrm>
                <a:off x="8880456" y="2247173"/>
                <a:ext cx="18360" cy="993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A601FEF-6208-B19E-C44D-A1F7D671B87A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8871456" y="2238173"/>
                  <a:ext cx="36000" cy="11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E1BA3D7-EDC3-85F2-82DB-37BB7910EBFB}"/>
                    </a:ext>
                  </a:extLst>
                </p14:cNvPr>
                <p14:cNvContentPartPr/>
                <p14:nvPr/>
              </p14:nvContentPartPr>
              <p14:xfrm>
                <a:off x="8952456" y="2236733"/>
                <a:ext cx="125640" cy="1047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E1BA3D7-EDC3-85F2-82DB-37BB7910EBF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8943816" y="2228093"/>
                  <a:ext cx="14328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B42B261-81D9-86F0-9493-5D058A109C9F}"/>
                    </a:ext>
                  </a:extLst>
                </p14:cNvPr>
                <p14:cNvContentPartPr/>
                <p14:nvPr/>
              </p14:nvContentPartPr>
              <p14:xfrm>
                <a:off x="9096456" y="2240693"/>
                <a:ext cx="81000" cy="106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B42B261-81D9-86F0-9493-5D058A109C9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9087816" y="2231693"/>
                  <a:ext cx="98640" cy="123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7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7C82F33-1FEE-AF94-B335-10D35F63E95C}"/>
                  </a:ext>
                </a:extLst>
              </p14:cNvPr>
              <p14:cNvContentPartPr/>
              <p14:nvPr/>
            </p14:nvContentPartPr>
            <p14:xfrm>
              <a:off x="6354336" y="2264453"/>
              <a:ext cx="337320" cy="15228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7C82F33-1FEE-AF94-B335-10D35F63E95C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6345336" y="2255813"/>
                <a:ext cx="354960" cy="169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FF14B7E3-E990-9348-3023-42BFB90015DD}"/>
              </a:ext>
            </a:extLst>
          </p:cNvPr>
          <p:cNvGrpSpPr/>
          <p:nvPr/>
        </p:nvGrpSpPr>
        <p:grpSpPr>
          <a:xfrm>
            <a:off x="3015336" y="3498173"/>
            <a:ext cx="1038960" cy="764280"/>
            <a:chOff x="3015336" y="3498173"/>
            <a:chExt cx="1038960" cy="76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4971D08-E9D5-CBCE-4A09-FDB30C7399E4}"/>
                    </a:ext>
                  </a:extLst>
                </p14:cNvPr>
                <p14:cNvContentPartPr/>
                <p14:nvPr/>
              </p14:nvContentPartPr>
              <p14:xfrm>
                <a:off x="3015336" y="3498173"/>
                <a:ext cx="1038960" cy="764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C4971D08-E9D5-CBCE-4A09-FDB30C7399E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3006696" y="3489173"/>
                  <a:ext cx="1056600" cy="78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4A4E440-4F39-DCE1-06EF-9207D634AA9C}"/>
                    </a:ext>
                  </a:extLst>
                </p14:cNvPr>
                <p14:cNvContentPartPr/>
                <p14:nvPr/>
              </p14:nvContentPartPr>
              <p14:xfrm>
                <a:off x="3285336" y="3926213"/>
                <a:ext cx="322200" cy="1670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4A4E440-4F39-DCE1-06EF-9207D634AA9C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3276696" y="3917573"/>
                  <a:ext cx="33984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04F42E1-56A5-C739-ECDD-4A62989DD827}"/>
                    </a:ext>
                  </a:extLst>
                </p14:cNvPr>
                <p14:cNvContentPartPr/>
                <p14:nvPr/>
              </p14:nvContentPartPr>
              <p14:xfrm>
                <a:off x="3662256" y="3822893"/>
                <a:ext cx="18360" cy="2930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04F42E1-56A5-C739-ECDD-4A62989DD827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3653256" y="3813893"/>
                  <a:ext cx="36000" cy="310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FC8221C-9E5B-0F0C-35AA-7F9C98487A6E}"/>
              </a:ext>
            </a:extLst>
          </p:cNvPr>
          <p:cNvGrpSpPr/>
          <p:nvPr/>
        </p:nvGrpSpPr>
        <p:grpSpPr>
          <a:xfrm>
            <a:off x="6125736" y="3837293"/>
            <a:ext cx="895680" cy="258480"/>
            <a:chOff x="6125736" y="3837293"/>
            <a:chExt cx="895680" cy="258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F70D230-4FDC-EE1C-97A1-C95C39324FAA}"/>
                    </a:ext>
                  </a:extLst>
                </p14:cNvPr>
                <p14:cNvContentPartPr/>
                <p14:nvPr/>
              </p14:nvContentPartPr>
              <p14:xfrm>
                <a:off x="6125736" y="3837293"/>
                <a:ext cx="406080" cy="1684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F70D230-4FDC-EE1C-97A1-C95C39324FAA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17096" y="3828293"/>
                  <a:ext cx="4237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C0FBDC6D-3A3D-6F6F-5D03-BBEF840C50E2}"/>
                    </a:ext>
                  </a:extLst>
                </p14:cNvPr>
                <p14:cNvContentPartPr/>
                <p14:nvPr/>
              </p14:nvContentPartPr>
              <p14:xfrm>
                <a:off x="6648456" y="3874373"/>
                <a:ext cx="190440" cy="1267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C0FBDC6D-3A3D-6F6F-5D03-BBEF840C50E2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639816" y="3865373"/>
                  <a:ext cx="2080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DBA0ED4-994D-D390-938C-F50F2BFC4614}"/>
                    </a:ext>
                  </a:extLst>
                </p14:cNvPr>
                <p14:cNvContentPartPr/>
                <p14:nvPr/>
              </p14:nvContentPartPr>
              <p14:xfrm>
                <a:off x="6938976" y="3848813"/>
                <a:ext cx="82440" cy="2469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DBA0ED4-994D-D390-938C-F50F2BFC461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930336" y="3839813"/>
                  <a:ext cx="100080" cy="264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1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CB83FE1-47A5-EE3B-28A8-1D39E2FCDCAF}"/>
                  </a:ext>
                </a:extLst>
              </p14:cNvPr>
              <p14:cNvContentPartPr/>
              <p14:nvPr/>
            </p14:nvContentPartPr>
            <p14:xfrm>
              <a:off x="7092696" y="3889853"/>
              <a:ext cx="307440" cy="187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CB83FE1-47A5-EE3B-28A8-1D39E2FCDCAF}"/>
                  </a:ext>
                </a:extLst>
              </p:cNvPr>
              <p:cNvPicPr/>
              <p:nvPr/>
            </p:nvPicPr>
            <p:blipFill>
              <a:blip r:embed="rId82"/>
              <a:stretch>
                <a:fillRect/>
              </a:stretch>
            </p:blipFill>
            <p:spPr>
              <a:xfrm>
                <a:off x="7084056" y="3880853"/>
                <a:ext cx="325080" cy="20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3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ACAE48D9-2964-209B-0BFE-94D033932AD6}"/>
                  </a:ext>
                </a:extLst>
              </p14:cNvPr>
              <p14:cNvContentPartPr/>
              <p14:nvPr/>
            </p14:nvContentPartPr>
            <p14:xfrm>
              <a:off x="7418496" y="3868613"/>
              <a:ext cx="440640" cy="15732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ACAE48D9-2964-209B-0BFE-94D033932AD6}"/>
                  </a:ext>
                </a:extLst>
              </p:cNvPr>
              <p:cNvPicPr/>
              <p:nvPr/>
            </p:nvPicPr>
            <p:blipFill>
              <a:blip r:embed="rId84"/>
              <a:stretch>
                <a:fillRect/>
              </a:stretch>
            </p:blipFill>
            <p:spPr>
              <a:xfrm>
                <a:off x="7409496" y="3859973"/>
                <a:ext cx="45828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6DE6D83-1BC3-F696-13FE-419540136E53}"/>
                  </a:ext>
                </a:extLst>
              </p14:cNvPr>
              <p14:cNvContentPartPr/>
              <p14:nvPr/>
            </p14:nvContentPartPr>
            <p14:xfrm>
              <a:off x="7898736" y="3864293"/>
              <a:ext cx="186840" cy="22932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6DE6D83-1BC3-F696-13FE-419540136E53}"/>
                  </a:ext>
                </a:extLst>
              </p:cNvPr>
              <p:cNvPicPr/>
              <p:nvPr/>
            </p:nvPicPr>
            <p:blipFill>
              <a:blip r:embed="rId86"/>
              <a:stretch>
                <a:fillRect/>
              </a:stretch>
            </p:blipFill>
            <p:spPr>
              <a:xfrm>
                <a:off x="7890096" y="3855653"/>
                <a:ext cx="2044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87AEF09-2CE0-F4D8-6CA6-AD70C2D044C3}"/>
                  </a:ext>
                </a:extLst>
              </p14:cNvPr>
              <p14:cNvContentPartPr/>
              <p14:nvPr/>
            </p14:nvContentPartPr>
            <p14:xfrm>
              <a:off x="4137096" y="3570533"/>
              <a:ext cx="1793880" cy="20664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87AEF09-2CE0-F4D8-6CA6-AD70C2D044C3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4128456" y="3561893"/>
                <a:ext cx="18115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AFA43AC7-FD4D-F36A-5775-B731603E4D30}"/>
                  </a:ext>
                </a:extLst>
              </p14:cNvPr>
              <p14:cNvContentPartPr/>
              <p14:nvPr/>
            </p14:nvContentPartPr>
            <p14:xfrm>
              <a:off x="4272456" y="4256693"/>
              <a:ext cx="1887480" cy="16308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AFA43AC7-FD4D-F36A-5775-B731603E4D30}"/>
                  </a:ext>
                </a:extLst>
              </p:cNvPr>
              <p:cNvPicPr/>
              <p:nvPr/>
            </p:nvPicPr>
            <p:blipFill>
              <a:blip r:embed="rId90"/>
              <a:stretch>
                <a:fillRect/>
              </a:stretch>
            </p:blipFill>
            <p:spPr>
              <a:xfrm>
                <a:off x="4263456" y="4248053"/>
                <a:ext cx="1905120" cy="18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1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D7892186-9192-80A8-B9CD-E6FC7337BB03}"/>
                  </a:ext>
                </a:extLst>
              </p14:cNvPr>
              <p14:cNvContentPartPr/>
              <p14:nvPr/>
            </p14:nvContentPartPr>
            <p14:xfrm>
              <a:off x="4886976" y="3366773"/>
              <a:ext cx="172800" cy="11124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D7892186-9192-80A8-B9CD-E6FC7337BB03}"/>
                  </a:ext>
                </a:extLst>
              </p:cNvPr>
              <p:cNvPicPr/>
              <p:nvPr/>
            </p:nvPicPr>
            <p:blipFill>
              <a:blip r:embed="rId92"/>
              <a:stretch>
                <a:fillRect/>
              </a:stretch>
            </p:blipFill>
            <p:spPr>
              <a:xfrm>
                <a:off x="4877976" y="3357773"/>
                <a:ext cx="190440" cy="12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3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9A667FE2-E67A-F2B0-DAA3-EBDAA81A7ACC}"/>
                  </a:ext>
                </a:extLst>
              </p14:cNvPr>
              <p14:cNvContentPartPr/>
              <p14:nvPr/>
            </p14:nvContentPartPr>
            <p14:xfrm>
              <a:off x="5135016" y="3387653"/>
              <a:ext cx="128520" cy="10080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9A667FE2-E67A-F2B0-DAA3-EBDAA81A7ACC}"/>
                  </a:ext>
                </a:extLst>
              </p:cNvPr>
              <p:cNvPicPr/>
              <p:nvPr/>
            </p:nvPicPr>
            <p:blipFill>
              <a:blip r:embed="rId94"/>
              <a:stretch>
                <a:fillRect/>
              </a:stretch>
            </p:blipFill>
            <p:spPr>
              <a:xfrm>
                <a:off x="5126016" y="3378653"/>
                <a:ext cx="146160" cy="11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5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693BE181-1815-03D9-8CE0-984765936988}"/>
                  </a:ext>
                </a:extLst>
              </p14:cNvPr>
              <p14:cNvContentPartPr/>
              <p14:nvPr/>
            </p14:nvContentPartPr>
            <p14:xfrm>
              <a:off x="5347776" y="3424373"/>
              <a:ext cx="197640" cy="24336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693BE181-1815-03D9-8CE0-984765936988}"/>
                  </a:ext>
                </a:extLst>
              </p:cNvPr>
              <p:cNvPicPr/>
              <p:nvPr/>
            </p:nvPicPr>
            <p:blipFill>
              <a:blip r:embed="rId96"/>
              <a:stretch>
                <a:fillRect/>
              </a:stretch>
            </p:blipFill>
            <p:spPr>
              <a:xfrm>
                <a:off x="5338776" y="3415373"/>
                <a:ext cx="215280" cy="26100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20B637A7-8AFF-B7DC-EFB4-089D6C851DA9}"/>
              </a:ext>
            </a:extLst>
          </p:cNvPr>
          <p:cNvGrpSpPr/>
          <p:nvPr/>
        </p:nvGrpSpPr>
        <p:grpSpPr>
          <a:xfrm>
            <a:off x="4912896" y="4481693"/>
            <a:ext cx="844200" cy="452160"/>
            <a:chOff x="4912896" y="4481693"/>
            <a:chExt cx="844200" cy="452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7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8D73163D-58FC-8BE3-C79A-9854D0945625}"/>
                    </a:ext>
                  </a:extLst>
                </p14:cNvPr>
                <p14:cNvContentPartPr/>
                <p14:nvPr/>
              </p14:nvContentPartPr>
              <p14:xfrm>
                <a:off x="4912896" y="4489253"/>
                <a:ext cx="179280" cy="1918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8D73163D-58FC-8BE3-C79A-9854D0945625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4903896" y="4480253"/>
                  <a:ext cx="196920" cy="20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9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A542A55-1FED-C5DD-E7E9-6D1C9AAEAECF}"/>
                    </a:ext>
                  </a:extLst>
                </p14:cNvPr>
                <p14:cNvContentPartPr/>
                <p14:nvPr/>
              </p14:nvContentPartPr>
              <p14:xfrm>
                <a:off x="5201976" y="4481693"/>
                <a:ext cx="110880" cy="146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A542A55-1FED-C5DD-E7E9-6D1C9AAEAECF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5192976" y="4473053"/>
                  <a:ext cx="128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3C81935-0E2A-5C46-ADEE-8D38F4F3C7E1}"/>
                    </a:ext>
                  </a:extLst>
                </p14:cNvPr>
                <p14:cNvContentPartPr/>
                <p14:nvPr/>
              </p14:nvContentPartPr>
              <p14:xfrm>
                <a:off x="5428056" y="4556213"/>
                <a:ext cx="162000" cy="1656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3C81935-0E2A-5C46-ADEE-8D38F4F3C7E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5419056" y="4547213"/>
                  <a:ext cx="1796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0783749-4890-8495-508D-C8485FED8C68}"/>
                    </a:ext>
                  </a:extLst>
                </p14:cNvPr>
                <p14:cNvContentPartPr/>
                <p14:nvPr/>
              </p14:nvContentPartPr>
              <p14:xfrm>
                <a:off x="5636136" y="4566653"/>
                <a:ext cx="106560" cy="3672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0783749-4890-8495-508D-C8485FED8C6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5627496" y="4558013"/>
                  <a:ext cx="12420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7F5E60E-29BF-4147-BA98-0A96AF0720B2}"/>
                    </a:ext>
                  </a:extLst>
                </p14:cNvPr>
                <p14:cNvContentPartPr/>
                <p14:nvPr/>
              </p14:nvContentPartPr>
              <p14:xfrm>
                <a:off x="5636136" y="4576733"/>
                <a:ext cx="120960" cy="1562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7F5E60E-29BF-4147-BA98-0A96AF0720B2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5627496" y="4568093"/>
                  <a:ext cx="138600" cy="1738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00717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71899" y="230250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Если реализуем асинхронно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18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AutoShape 4" descr="11">
            <a:extLst>
              <a:ext uri="{FF2B5EF4-FFF2-40B4-BE49-F238E27FC236}">
                <a16:creationId xmlns:a16="http://schemas.microsoft.com/office/drawing/2014/main" id="{1C935246-8743-D31D-C0FD-7A1E9014AA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AA6D5A-B0A5-7A50-26EF-05B4819F33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727" y="1684652"/>
            <a:ext cx="4168997" cy="1212166"/>
          </a:xfrm>
          <a:prstGeom prst="rect">
            <a:avLst/>
          </a:prstGeom>
        </p:spPr>
      </p:pic>
      <p:pic>
        <p:nvPicPr>
          <p:cNvPr id="16390" name="Picture 6">
            <a:extLst>
              <a:ext uri="{FF2B5EF4-FFF2-40B4-BE49-F238E27FC236}">
                <a16:creationId xmlns:a16="http://schemas.microsoft.com/office/drawing/2014/main" id="{F1BD4AD7-E67E-BA6D-C226-8C124AF7EC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9448" y="2290735"/>
            <a:ext cx="4206306" cy="2492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70059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5904-2D8C-0487-8F4E-F5A19C02D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55" y="348354"/>
            <a:ext cx="7717500" cy="482400"/>
          </a:xfrm>
        </p:spPr>
        <p:txBody>
          <a:bodyPr/>
          <a:lstStyle/>
          <a:p>
            <a:r>
              <a:rPr lang="en-US" dirty="0" err="1"/>
              <a:t>ClearML</a:t>
            </a:r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5372992-6590-632C-74BA-97AB96728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566" y="1213942"/>
            <a:ext cx="7408189" cy="3836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3653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5904-2D8C-0487-8F4E-F5A19C02D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55" y="348354"/>
            <a:ext cx="7717500" cy="482400"/>
          </a:xfrm>
        </p:spPr>
        <p:txBody>
          <a:bodyPr/>
          <a:lstStyle/>
          <a:p>
            <a:r>
              <a:rPr lang="en-US" dirty="0"/>
              <a:t>MLFLOW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F8AF1F5-8713-0775-CB3F-E485E5A055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96" b="15503"/>
          <a:stretch/>
        </p:blipFill>
        <p:spPr bwMode="auto">
          <a:xfrm>
            <a:off x="645762" y="1243955"/>
            <a:ext cx="7946563" cy="3725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563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5904-2D8C-0487-8F4E-F5A19C02D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55" y="348354"/>
            <a:ext cx="7717500" cy="482400"/>
          </a:xfrm>
        </p:spPr>
        <p:txBody>
          <a:bodyPr/>
          <a:lstStyle/>
          <a:p>
            <a:r>
              <a:rPr lang="en-US" dirty="0"/>
              <a:t>MLFLOW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7E9581-4CB2-EA2F-7449-20455F7801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1444"/>
          <a:stretch/>
        </p:blipFill>
        <p:spPr>
          <a:xfrm>
            <a:off x="909234" y="1275267"/>
            <a:ext cx="7821478" cy="372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77276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F5904-2D8C-0487-8F4E-F5A19C02D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255" y="348354"/>
            <a:ext cx="7717500" cy="482400"/>
          </a:xfrm>
        </p:spPr>
        <p:txBody>
          <a:bodyPr/>
          <a:lstStyle/>
          <a:p>
            <a:r>
              <a:rPr lang="en-US" dirty="0"/>
              <a:t>MLFLOW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6A02DD-F181-2C19-BAE0-6D0E666AE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5967" y="1184371"/>
            <a:ext cx="5712065" cy="3902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8942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23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35D505-CDD4-0305-715C-26C5A24035E4}"/>
              </a:ext>
            </a:extLst>
          </p:cNvPr>
          <p:cNvSpPr txBox="1"/>
          <p:nvPr/>
        </p:nvSpPr>
        <p:spPr>
          <a:xfrm>
            <a:off x="764583" y="1749820"/>
            <a:ext cx="71447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b="1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... Славатехоспади мы как-то выкатили модель....</a:t>
            </a:r>
          </a:p>
          <a:p>
            <a:pPr algn="ctr"/>
            <a:endParaRPr lang="ru-RU" sz="2000" b="1" i="0" dirty="0">
              <a:solidFill>
                <a:schemeClr val="bg1"/>
              </a:solidFill>
              <a:effectLst/>
              <a:latin typeface="+mj-lt"/>
            </a:endParaRPr>
          </a:p>
          <a:p>
            <a:pPr algn="ctr"/>
            <a:r>
              <a:rPr lang="ru-RU" sz="2000" b="1" i="0" dirty="0">
                <a:solidFill>
                  <a:schemeClr val="bg1"/>
                </a:solidFill>
                <a:effectLst/>
                <a:latin typeface="+mj-lt"/>
              </a:rPr>
              <a:t>Это все? Можно уже отдыхать?</a:t>
            </a:r>
            <a:endParaRPr lang="en-US" sz="2000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C80FD-742F-14C7-45A5-CFC6F7E650BB}"/>
              </a:ext>
            </a:extLst>
          </p:cNvPr>
          <p:cNvSpPr txBox="1"/>
          <p:nvPr/>
        </p:nvSpPr>
        <p:spPr>
          <a:xfrm>
            <a:off x="2523641" y="3423637"/>
            <a:ext cx="551223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400" b="1" i="1" dirty="0">
                <a:solidFill>
                  <a:srgbClr val="0070C0"/>
                </a:solidFill>
                <a:effectLst/>
                <a:latin typeface="+mj-lt"/>
              </a:rPr>
              <a:t>Мониторинг состояния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1" dirty="0">
                <a:solidFill>
                  <a:srgbClr val="0070C0"/>
                </a:solidFill>
                <a:latin typeface="+mj-lt"/>
              </a:rPr>
              <a:t>Мониторинг качества модели</a:t>
            </a:r>
            <a:endParaRPr lang="ru-RU" sz="1400" b="1" i="1" dirty="0">
              <a:solidFill>
                <a:srgbClr val="0070C0"/>
              </a:solidFill>
              <a:effectLst/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i="1" dirty="0">
                <a:solidFill>
                  <a:srgbClr val="0070C0"/>
                </a:solidFill>
                <a:latin typeface="+mj-lt"/>
              </a:rPr>
              <a:t>Оценка деградаций</a:t>
            </a:r>
            <a:endParaRPr lang="en-US" i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15616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ource Sans Pro" panose="020B0503030403020204" pitchFamily="34" charset="0"/>
                <a:cs typeface="Times New Roman" panose="02020603050405020304" pitchFamily="18" charset="0"/>
              </a:rPr>
              <a:t>Monitoring.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24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5945CC-1D68-D8F1-CC2C-4AE80E75E02E}"/>
              </a:ext>
            </a:extLst>
          </p:cNvPr>
          <p:cNvSpPr txBox="1"/>
          <p:nvPr/>
        </p:nvSpPr>
        <p:spPr>
          <a:xfrm>
            <a:off x="914288" y="2166310"/>
            <a:ext cx="52477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Состояние сервиса</a:t>
            </a:r>
          </a:p>
          <a:p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жив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нет </a:t>
            </a:r>
          </a:p>
          <a:p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занят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нет</a:t>
            </a:r>
          </a:p>
          <a:p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....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Количественные метрики</a:t>
            </a:r>
          </a:p>
          <a:p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сколько запросов и др</a:t>
            </a:r>
          </a:p>
          <a:p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</p:txBody>
      </p:sp>
      <p:pic>
        <p:nvPicPr>
          <p:cNvPr id="17410" name="Picture 2" descr="Prometheus (software) - Wikipedia">
            <a:extLst>
              <a:ext uri="{FF2B5EF4-FFF2-40B4-BE49-F238E27FC236}">
                <a16:creationId xmlns:a16="http://schemas.microsoft.com/office/drawing/2014/main" id="{5CA20D27-6871-7CD8-2846-FBBCDF3EB8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3676" y="2366199"/>
            <a:ext cx="1283425" cy="1277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Grafana support for Prometheus | Prometheus">
            <a:extLst>
              <a:ext uri="{FF2B5EF4-FFF2-40B4-BE49-F238E27FC236}">
                <a16:creationId xmlns:a16="http://schemas.microsoft.com/office/drawing/2014/main" id="{C4393B6C-F8AE-2620-84E0-03B279CBEF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053" y="2066846"/>
            <a:ext cx="2438400" cy="1876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78119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ource Sans Pro" panose="020B0503030403020204" pitchFamily="34" charset="0"/>
                <a:cs typeface="Times New Roman" panose="02020603050405020304" pitchFamily="18" charset="0"/>
              </a:rPr>
              <a:t>Monitoring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25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5945CC-1D68-D8F1-CC2C-4AE80E75E02E}"/>
              </a:ext>
            </a:extLst>
          </p:cNvPr>
          <p:cNvSpPr txBox="1"/>
          <p:nvPr/>
        </p:nvSpPr>
        <p:spPr>
          <a:xfrm>
            <a:off x="0" y="1551688"/>
            <a:ext cx="338896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Качество модели</a:t>
            </a:r>
          </a:p>
          <a:p>
            <a:pPr lvl="1"/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актуальность модели</a:t>
            </a:r>
          </a:p>
          <a:p>
            <a:pPr lvl="1"/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анализ дата-дрифта</a:t>
            </a: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6148" name="Picture 4" descr="Meet Evidently 0.2, the open-source ML monitoring tool to continuously  check on your models and data">
            <a:extLst>
              <a:ext uri="{FF2B5EF4-FFF2-40B4-BE49-F238E27FC236}">
                <a16:creationId xmlns:a16="http://schemas.microsoft.com/office/drawing/2014/main" id="{BC29D586-02B2-E4C7-5FC3-70544EA920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7074" y="1420678"/>
            <a:ext cx="6006926" cy="3218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CDB4D6F-39D4-E03B-CF96-E67AA0D79F7A}"/>
              </a:ext>
            </a:extLst>
          </p:cNvPr>
          <p:cNvSpPr txBox="1"/>
          <p:nvPr/>
        </p:nvSpPr>
        <p:spPr>
          <a:xfrm>
            <a:off x="136871" y="2972219"/>
            <a:ext cx="2863333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Качество входных данных </a:t>
            </a:r>
            <a:endParaRPr lang="ru-RU" dirty="0">
              <a:effectLst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effectLst/>
              </a:rPr>
              <a:t>nulls in critical fields – </a:t>
            </a:r>
            <a:endParaRPr lang="ru-RU" dirty="0">
              <a:effectLst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effectLst/>
              </a:rPr>
              <a:t>categorical values outside whitelist </a:t>
            </a:r>
            <a:endParaRPr lang="ru-RU" dirty="0">
              <a:effectLst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effectLst/>
              </a:rPr>
              <a:t>numerical outliers (-999999)</a:t>
            </a:r>
            <a:endParaRPr lang="ru-RU" dirty="0">
              <a:effectLst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effectLst/>
              </a:rPr>
              <a:t>feature correlations sudden changes</a:t>
            </a:r>
          </a:p>
        </p:txBody>
      </p:sp>
    </p:spTree>
    <p:extLst>
      <p:ext uri="{BB962C8B-B14F-4D97-AF65-F5344CB8AC3E}">
        <p14:creationId xmlns:p14="http://schemas.microsoft.com/office/powerpoint/2010/main" val="31933779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Source Sans Pro" panose="020B0503030403020204" pitchFamily="34" charset="0"/>
                <a:cs typeface="Times New Roman" panose="02020603050405020304" pitchFamily="18" charset="0"/>
              </a:rPr>
              <a:t>Подмена модели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26</a:t>
            </a:fld>
            <a:endParaRPr lang="ru-RU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2380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Source Sans Pro" panose="020B0503030403020204" pitchFamily="34" charset="0"/>
                <a:cs typeface="Times New Roman" panose="02020603050405020304" pitchFamily="18" charset="0"/>
              </a:rPr>
              <a:t>Как понять что одна модель лучше другой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27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5945CC-1D68-D8F1-CC2C-4AE80E75E02E}"/>
              </a:ext>
            </a:extLst>
          </p:cNvPr>
          <p:cNvSpPr txBox="1"/>
          <p:nvPr/>
        </p:nvSpPr>
        <p:spPr>
          <a:xfrm>
            <a:off x="361627" y="1480969"/>
            <a:ext cx="3388963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AB-</a:t>
            </a:r>
            <a:r>
              <a:rPr lang="ru-RU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тесты</a:t>
            </a: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pic>
        <p:nvPicPr>
          <p:cNvPr id="10242" name="Picture 2" descr="ProductStar: «A/B тесты — что это такое и как использовать?»">
            <a:extLst>
              <a:ext uri="{FF2B5EF4-FFF2-40B4-BE49-F238E27FC236}">
                <a16:creationId xmlns:a16="http://schemas.microsoft.com/office/drawing/2014/main" id="{2E19ACFC-DCDF-BB62-46D0-A86A471F28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791" y="1478740"/>
            <a:ext cx="7496175" cy="3219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2258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Source Sans Pro" panose="020B0503030403020204" pitchFamily="34" charset="0"/>
                <a:cs typeface="Times New Roman" panose="02020603050405020304" pitchFamily="18" charset="0"/>
              </a:rPr>
              <a:t>Monitoring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28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080335-97E4-CA05-3D96-7DA96790E273}"/>
              </a:ext>
            </a:extLst>
          </p:cNvPr>
          <p:cNvSpPr txBox="1"/>
          <p:nvPr/>
        </p:nvSpPr>
        <p:spPr>
          <a:xfrm>
            <a:off x="410705" y="4040702"/>
            <a:ext cx="551223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Shadow mode минимум 2 недели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Считай предсказания параллельно с текущим решением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Сравнивай с реальным ground truth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u-RU" dirty="0"/>
              <a:t>Лови баги до того, как они убьют бизнес</a:t>
            </a:r>
          </a:p>
        </p:txBody>
      </p:sp>
      <p:sp>
        <p:nvSpPr>
          <p:cNvPr id="5" name="AutoShape 2" descr="Machine Learning Deployment: Shadow Mode | Alex Gude">
            <a:extLst>
              <a:ext uri="{FF2B5EF4-FFF2-40B4-BE49-F238E27FC236}">
                <a16:creationId xmlns:a16="http://schemas.microsoft.com/office/drawing/2014/main" id="{20820302-C286-D2BB-5D28-73638BABF6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A diagram showing how in front of the API shadow mode is constructed.">
            <a:extLst>
              <a:ext uri="{FF2B5EF4-FFF2-40B4-BE49-F238E27FC236}">
                <a16:creationId xmlns:a16="http://schemas.microsoft.com/office/drawing/2014/main" id="{70FE3B94-8A6E-F29A-A42D-378F461BDB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8A88A26-1E6A-2F87-9FEA-673066EE9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1833" y="1226069"/>
            <a:ext cx="4555534" cy="269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5798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B897E23-E0A3-3080-20D3-B8175FEDC393}"/>
              </a:ext>
            </a:extLst>
          </p:cNvPr>
          <p:cNvSpPr txBox="1"/>
          <p:nvPr/>
        </p:nvSpPr>
        <p:spPr>
          <a:xfrm>
            <a:off x="224299" y="326683"/>
            <a:ext cx="8695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solidFill>
                  <a:schemeClr val="bg1"/>
                </a:solidFill>
                <a:latin typeface="Source Sans Pro" panose="020B0503030403020204" pitchFamily="34" charset="0"/>
                <a:cs typeface="Times New Roman" panose="02020603050405020304" pitchFamily="18" charset="0"/>
              </a:rPr>
              <a:t>Доп материалы</a:t>
            </a:r>
            <a:endParaRPr lang="ru-RU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sz="2800" dirty="0">
              <a:solidFill>
                <a:schemeClr val="bg1"/>
              </a:solidFill>
            </a:endParaRPr>
          </a:p>
        </p:txBody>
      </p:sp>
      <p:sp>
        <p:nvSpPr>
          <p:cNvPr id="2" name="Номер слайда 8">
            <a:extLst>
              <a:ext uri="{FF2B5EF4-FFF2-40B4-BE49-F238E27FC236}">
                <a16:creationId xmlns:a16="http://schemas.microsoft.com/office/drawing/2014/main" id="{F0FB9E7E-13DB-55D3-09A3-5861D5184C19}"/>
              </a:ext>
            </a:extLst>
          </p:cNvPr>
          <p:cNvSpPr>
            <a:spLocks noGrp="1"/>
          </p:cNvSpPr>
          <p:nvPr/>
        </p:nvSpPr>
        <p:spPr>
          <a:xfrm>
            <a:off x="8236268" y="58895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6328533-CA15-4DDF-951E-B6DC09DB1942}" type="slidenum">
              <a:rPr lang="ru-RU" sz="1800" smtClean="0">
                <a:solidFill>
                  <a:schemeClr val="bg1"/>
                </a:solidFill>
              </a:rPr>
              <a:pPr/>
              <a:t>29</a:t>
            </a:fld>
            <a:endParaRPr lang="ru-RU" sz="1800">
              <a:solidFill>
                <a:schemeClr val="bg1"/>
              </a:solidFill>
            </a:endParaRPr>
          </a:p>
        </p:txBody>
      </p:sp>
      <p:sp>
        <p:nvSpPr>
          <p:cNvPr id="5" name="AutoShape 2" descr="Machine Learning Deployment: Shadow Mode | Alex Gude">
            <a:extLst>
              <a:ext uri="{FF2B5EF4-FFF2-40B4-BE49-F238E27FC236}">
                <a16:creationId xmlns:a16="http://schemas.microsoft.com/office/drawing/2014/main" id="{20820302-C286-D2BB-5D28-73638BABF6B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4" descr="A diagram showing how in front of the API shadow mode is constructed.">
            <a:extLst>
              <a:ext uri="{FF2B5EF4-FFF2-40B4-BE49-F238E27FC236}">
                <a16:creationId xmlns:a16="http://schemas.microsoft.com/office/drawing/2014/main" id="{70FE3B94-8A6E-F29A-A42D-378F461BDB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572000" y="25717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2B765B-57D6-4A64-B7E6-3F4BD7FF802B}"/>
              </a:ext>
            </a:extLst>
          </p:cNvPr>
          <p:cNvSpPr txBox="1"/>
          <p:nvPr/>
        </p:nvSpPr>
        <p:spPr>
          <a:xfrm>
            <a:off x="918274" y="1964209"/>
            <a:ext cx="748826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400" b="1" dirty="0">
                <a:solidFill>
                  <a:schemeClr val="bg1"/>
                </a:solidFill>
              </a:rPr>
              <a:t>1. Сначала скажи нет. Джим Кэмп 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#communications</a:t>
            </a:r>
            <a:endParaRPr lang="ru-RU" dirty="0">
              <a:solidFill>
                <a:schemeClr val="bg1"/>
              </a:solidFill>
            </a:endParaRPr>
          </a:p>
          <a:p>
            <a:endParaRPr lang="ru-RU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2</a:t>
            </a:r>
            <a:r>
              <a:rPr lang="ru-RU" sz="1400" b="1" dirty="0">
                <a:solidFill>
                  <a:schemeClr val="bg1"/>
                </a:solidFill>
              </a:rPr>
              <a:t>. S</a:t>
            </a:r>
            <a:r>
              <a:rPr lang="en-US" sz="1400" b="1" dirty="0" err="1">
                <a:solidFill>
                  <a:schemeClr val="bg1"/>
                </a:solidFill>
              </a:rPr>
              <a:t>oftware</a:t>
            </a:r>
            <a:r>
              <a:rPr lang="en-US" sz="1400" b="1" dirty="0">
                <a:solidFill>
                  <a:schemeClr val="bg1"/>
                </a:solidFill>
              </a:rPr>
              <a:t> system architecture, Nick Rozanski</a:t>
            </a:r>
          </a:p>
          <a:p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       </a:t>
            </a:r>
            <a:r>
              <a:rPr lang="ru-RU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#communications</a:t>
            </a:r>
            <a:r>
              <a:rPr lang="en-US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dirty="0">
                <a:solidFill>
                  <a:srgbClr val="FFC000"/>
                </a:solidFill>
              </a:rPr>
              <a:t>#stakeholders_interviewing</a:t>
            </a:r>
            <a:r>
              <a:rPr lang="ru-RU" dirty="0">
                <a:solidFill>
                  <a:srgbClr val="FFC000"/>
                </a:solidFill>
              </a:rPr>
              <a:t> </a:t>
            </a:r>
            <a:r>
              <a:rPr lang="en-US" dirty="0">
                <a:solidFill>
                  <a:srgbClr val="00B0F0"/>
                </a:solidFill>
              </a:rPr>
              <a:t>#requirements_collecting</a:t>
            </a:r>
          </a:p>
          <a:p>
            <a:endParaRPr lang="en-US" dirty="0">
              <a:solidFill>
                <a:srgbClr val="00B0F0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3</a:t>
            </a:r>
            <a:r>
              <a:rPr lang="en-US" b="1" dirty="0">
                <a:solidFill>
                  <a:schemeClr val="bg1"/>
                </a:solidFill>
              </a:rPr>
              <a:t>. </a:t>
            </a:r>
            <a:r>
              <a:rPr lang="ru-RU" b="1" dirty="0">
                <a:solidFill>
                  <a:schemeClr val="bg1"/>
                </a:solidFill>
              </a:rPr>
              <a:t>Александ Швец Паттерны проектирования</a:t>
            </a:r>
          </a:p>
          <a:p>
            <a:endParaRPr lang="ru-RU" b="1" dirty="0">
              <a:solidFill>
                <a:schemeClr val="bg1"/>
              </a:solidFill>
            </a:endParaRPr>
          </a:p>
          <a:p>
            <a:r>
              <a:rPr lang="ru-RU" b="1" dirty="0">
                <a:solidFill>
                  <a:schemeClr val="bg1"/>
                </a:solidFill>
              </a:rPr>
              <a:t>4. Ромальо</a:t>
            </a:r>
            <a:r>
              <a:rPr lang="en-US" b="1" dirty="0">
                <a:solidFill>
                  <a:schemeClr val="bg1"/>
                </a:solidFill>
              </a:rPr>
              <a:t>. </a:t>
            </a:r>
            <a:r>
              <a:rPr lang="ru-RU" b="1" dirty="0">
                <a:solidFill>
                  <a:schemeClr val="bg1"/>
                </a:solidFill>
              </a:rPr>
              <a:t>Пайтон к вершинам мастерства</a:t>
            </a:r>
          </a:p>
        </p:txBody>
      </p:sp>
    </p:spTree>
    <p:extLst>
      <p:ext uri="{BB962C8B-B14F-4D97-AF65-F5344CB8AC3E}">
        <p14:creationId xmlns:p14="http://schemas.microsoft.com/office/powerpoint/2010/main" val="3569163907"/>
      </p:ext>
    </p:extLst>
  </p:cSld>
  <p:clrMapOvr>
    <a:masterClrMapping/>
  </p:clrMapOvr>
</p:sld>
</file>

<file path=ppt/theme/theme1.xml><?xml version="1.0" encoding="utf-8"?>
<a:theme xmlns:a="http://schemas.openxmlformats.org/drawingml/2006/main" name="Timeline Infographics by Slidesgo">
  <a:themeElements>
    <a:clrScheme name="Simple Light">
      <a:dk1>
        <a:srgbClr val="000000"/>
      </a:dk1>
      <a:lt1>
        <a:srgbClr val="FFFFFF"/>
      </a:lt1>
      <a:dk2>
        <a:srgbClr val="D9D9D9"/>
      </a:dk2>
      <a:lt2>
        <a:srgbClr val="5F5F5F"/>
      </a:lt2>
      <a:accent1>
        <a:srgbClr val="6C63FF"/>
      </a:accent1>
      <a:accent2>
        <a:srgbClr val="8EDBBF"/>
      </a:accent2>
      <a:accent3>
        <a:srgbClr val="F3F3F3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17805</TotalTime>
  <Words>686</Words>
  <Application>Microsoft Office PowerPoint</Application>
  <PresentationFormat>On-screen Show (16:9)</PresentationFormat>
  <Paragraphs>192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41" baseType="lpstr">
      <vt:lpstr>-apple-system</vt:lpstr>
      <vt:lpstr>Arial</vt:lpstr>
      <vt:lpstr>Arial Unicode MS</vt:lpstr>
      <vt:lpstr>Inter</vt:lpstr>
      <vt:lpstr>Montserrat</vt:lpstr>
      <vt:lpstr>Montserrat Medium</vt:lpstr>
      <vt:lpstr>PT Sans</vt:lpstr>
      <vt:lpstr>quote-cjk-patch</vt:lpstr>
      <vt:lpstr>Source Sans Pro</vt:lpstr>
      <vt:lpstr>Times New Roman</vt:lpstr>
      <vt:lpstr>Timeline Infographics by Slidesgo</vt:lpstr>
      <vt:lpstr>Slidesgo Final Pages</vt:lpstr>
      <vt:lpstr>ML models in prod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ClearML</vt:lpstr>
      <vt:lpstr>MLFLOW</vt:lpstr>
      <vt:lpstr>MLFLOW</vt:lpstr>
      <vt:lpstr>MLFLOW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semen</dc:creator>
  <cp:lastModifiedBy>Семен Косяченко</cp:lastModifiedBy>
  <cp:revision>15</cp:revision>
  <dcterms:modified xsi:type="dcterms:W3CDTF">2025-11-10T10:52:18Z</dcterms:modified>
</cp:coreProperties>
</file>